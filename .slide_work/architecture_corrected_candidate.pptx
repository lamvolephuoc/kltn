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ab8574292349c5" /><Relationship Type="http://schemas.openxmlformats.org/officeDocument/2006/relationships/extended-properties" Target="/docProps/app.xml" Id="Rcd6dcfe972e94952" /><Relationship Type="http://schemas.openxmlformats.org/officeDocument/2006/relationships/officeDocument" Target="/ppt/presentation.xml" Id="Rb4daf6d5b9974d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4a60e18eb1468a"/>
  </p:sldMasterIdLst>
  <p:notesMasterIdLst>
    <p:notesMasterId xmlns:r="http://schemas.openxmlformats.org/officeDocument/2006/relationships" r:id="R533957f69145465f"/>
  </p:notesMasterIdLst>
  <p:sldIdLst>
    <p:sldId xmlns:r="http://schemas.openxmlformats.org/officeDocument/2006/relationships" id="256" r:id="R1880a380e2304db9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c6a4db113f43f5" /><Relationship Type="http://schemas.openxmlformats.org/officeDocument/2006/relationships/slideMaster" Target="/ppt/slideMasters/slideMaster1.xml" Id="R814a60e18eb1468a" /><Relationship Type="http://schemas.openxmlformats.org/officeDocument/2006/relationships/notesMaster" Target="/ppt/notesMasters/notesMaster1.xml" Id="R533957f69145465f" /><Relationship Type="http://schemas.openxmlformats.org/officeDocument/2006/relationships/presProps" Target="/ppt/presProps.xml" Id="R70b9caa68492444e" /><Relationship Type="http://schemas.openxmlformats.org/officeDocument/2006/relationships/tableStyles" Target="/ppt/tableStyles.xml" Id="Ra2060f9fd50c4e21" /><Relationship Type="http://schemas.openxmlformats.org/officeDocument/2006/relationships/slide" Target="/ppt/slides/slide1.xml" Id="R1880a380e2304d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fb6130676442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e2a1e098354f1e" /><Relationship Type="http://schemas.openxmlformats.org/officeDocument/2006/relationships/notesMaster" Target="/ppt/notesMasters/notesMaster1.xml" Id="R2f55856f6a194c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Trace0..3 carry valid physical data access metadata into the shared monitor. CtrlState0..3 are independent one-way 2-bit outputs to each pipeline: 00 Ignore, 01 Halt, 10 Resume, 11 Reserved. A conflict occurs when simultaneous valid requests have the same physical address and at least one request is a write. This monitor is a proposed extension and remains separate from the coherence controller.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28d652b27444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666a140d054752" /><Relationship Type="http://schemas.openxmlformats.org/officeDocument/2006/relationships/slideLayout" Target="/ppt/slideLayouts/slideLayout1.xml" Id="R44b9c083c28e47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b9c083c28e47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d43f8ac7f4646" /><Relationship Type="http://schemas.openxmlformats.org/officeDocument/2006/relationships/image" Target="/ppt/media/image.png" Id="Rd99f6883f6be4a36" /><Relationship Type="http://schemas.openxmlformats.org/officeDocument/2006/relationships/image" Target="/ppt/media/image.svg" Id="R97e0ef8f16c041df" /><Relationship Type="http://schemas.openxmlformats.org/officeDocument/2006/relationships/notesSlide" Target="/ppt/notesSlides/notesSlide1.xml" Id="Rd12d7b4f58e24c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f6883f6be4a36">
            <a:extLst>
              <a:ext uri="{96DAC541-7B7A-43D3-8B79-37D633B846F1}">
                <asvg:svgBlip xmlns:asvg="http://schemas.microsoft.com/office/drawing/2016/SVG/main" r:embed="R97e0ef8f16c041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797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2026-09-17T08:14:46.8990000Z</dcterms:created>
  <dcterms:modified xsi:type="dcterms:W3CDTF">2026-09-17T08:14:46.8990000Z</dcterms:modified>
</coreProperties>
</file>