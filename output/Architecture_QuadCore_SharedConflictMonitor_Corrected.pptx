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62ee15676a48dc" /><Relationship Type="http://schemas.openxmlformats.org/officeDocument/2006/relationships/extended-properties" Target="/docProps/app.xml" Id="R66f22e2a4efc4281" /><Relationship Type="http://schemas.openxmlformats.org/officeDocument/2006/relationships/officeDocument" Target="/ppt/presentation.xml" Id="R0ea200e0d4084e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807e05619e49e8"/>
  </p:sldMasterIdLst>
  <p:notesMasterIdLst>
    <p:notesMasterId xmlns:r="http://schemas.openxmlformats.org/officeDocument/2006/relationships" r:id="R986d2c62edc74341"/>
  </p:notesMasterIdLst>
  <p:sldIdLst>
    <p:sldId xmlns:r="http://schemas.openxmlformats.org/officeDocument/2006/relationships" id="256" r:id="R1e5b0aecd26e4cf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f3d4fc5b7b437b" /><Relationship Type="http://schemas.openxmlformats.org/officeDocument/2006/relationships/slideMaster" Target="/ppt/slideMasters/slideMaster1.xml" Id="Rcb807e05619e49e8" /><Relationship Type="http://schemas.openxmlformats.org/officeDocument/2006/relationships/notesMaster" Target="/ppt/notesMasters/notesMaster1.xml" Id="R986d2c62edc74341" /><Relationship Type="http://schemas.openxmlformats.org/officeDocument/2006/relationships/presProps" Target="/ppt/presProps.xml" Id="R457cd91c8e594682" /><Relationship Type="http://schemas.openxmlformats.org/officeDocument/2006/relationships/tableStyles" Target="/ppt/tableStyles.xml" Id="R549d050ba2e24faf" /><Relationship Type="http://schemas.openxmlformats.org/officeDocument/2006/relationships/slide" Target="/ppt/slides/slide1.xml" Id="R1e5b0aecd26e4c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3b7e84a28a4c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171d1a821547d3" /><Relationship Type="http://schemas.openxmlformats.org/officeDocument/2006/relationships/notesMaster" Target="/ppt/notesMasters/notesMaster1.xml" Id="Ra270959c56364d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Trace0..3 carry valid physical data access metadata into the shared monitor. CtrlState0..3 are independent one-way 2-bit outputs to each pipeline: 00 Ignore, 01 Halt, 10 Resume, 11 Reserved. A conflict occurs when simultaneous valid requests have the same physical address and at least one request is a write. This monitor is a proposed extension and remains separate from the coherence 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a180cce5e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395e9e4d94bc8" /><Relationship Type="http://schemas.openxmlformats.org/officeDocument/2006/relationships/slideLayout" Target="/ppt/slideLayouts/slideLayout1.xml" Id="Re8eebd26411e4f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ebd26411e4f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a30be96f4077" /><Relationship Type="http://schemas.openxmlformats.org/officeDocument/2006/relationships/image" Target="/ppt/media/image.png" Id="Rbf238b7347334967" /><Relationship Type="http://schemas.openxmlformats.org/officeDocument/2006/relationships/image" Target="/ppt/media/image.svg" Id="R54036f666cee4a8c" /><Relationship Type="http://schemas.openxmlformats.org/officeDocument/2006/relationships/notesSlide" Target="/ppt/notesSlides/notesSlide1.xml" Id="R2349b9c2c09d4b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38b7347334967">
            <a:extLst>
              <a:ext uri="{96DAC541-7B7A-43D3-8B79-37D633B846F1}">
                <asvg:svgBlip xmlns:asvg="http://schemas.microsoft.com/office/drawing/2016/SVG/main" r:embed="R54036f666cee4a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26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2026-09-17T08:12:49.2230000Z</dcterms:created>
  <dcterms:modified xsi:type="dcterms:W3CDTF">2026-09-17T08:12:49.2230000Z</dcterms:modified>
</coreProperties>
</file>