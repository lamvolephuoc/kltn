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xmlns:ns4="http://customooxmlschemas.google.com/" strictFirstAndLastChars="0" embedTrueTypeFonts="1" saveSubsetFonts="1" autoCompressPictures="0">
  <ns0:sldMasterIdLst>
    <ns0:sldMasterId id="2147483648" ns1:id="rId1"/>
  </ns0:sldMasterIdLst>
  <ns0:notesMasterIdLst>
    <ns0:notesMasterId ns1:id="rId9"/>
  </ns0:notesMasterIdLst>
  <ns0:sldIdLst>
    <ns0:sldId id="331" ns1:id="rId2"/>
    <ns0:sldId id="259" ns1:id="rId3"/>
    <ns0:sldId id="332" ns1:id="rId4"/>
    <ns0:sldId id="333" ns1:id="rId5"/>
    <ns0:sldId id="334" ns1:id="rId6"/>
    <ns0:sldId id="335" ns1:id="rId7"/>
    <ns0:sldId id="336" ns1:id="rId8"/>
    <ns0:sldId id="999" ns1:id="rIdAlternateWeek"/>
  </ns0:sldIdLst>
  <ns0:sldSz cx="18288000" cy="10287000"/>
  <ns0:notesSz cx="6858000" cy="9144000"/>
  <ns0:embeddedFontLst>
    <ns0:embeddedFont>
      <ns0:font typeface="Open Sans" panose="020B0606030504020204" pitchFamily="34" charset="0"/>
      <ns0:regular ns1:id="rId10"/>
      <ns0:bold ns1:id="rId11"/>
      <ns0:italic ns1:id="rId12"/>
      <ns0:boldItalic ns1:id="rId13"/>
    </ns0:embeddedFont>
  </ns0:embeddedFontLst>
  <ns0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  <ns0:extLst>
    <ns0:ext uri="{EFAFB233-063F-42B5-8137-9DF3F51BA10A}">
      <ns3:sldGuideLst>
        <ns3:guide id="1" orient="horz" pos="2160">
          <ns3:clr>
            <ns2:srgbClr val="A4A3A4"/>
          </ns3:clr>
        </ns3:guide>
        <ns3:guide id="2" pos="2880">
          <ns3:clr>
            <ns2:srgbClr val="A4A3A4"/>
          </ns3:clr>
        </ns3:guide>
      </ns3:sldGuideLst>
    </ns0:ext>
    <ns0:ext uri="GoogleSlidesCustomDataVersion2">
      <ns4:slidesCustomData ns1:id="rId71" roundtripDataSignature="AMtx7mjyTGfdWOk/nR2bKyZNJfApF6AniA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7ED"/>
    <a:srgbClr val="E1EFD8"/>
    <a:srgbClr val="E7FFFF"/>
    <a:srgbClr val="CCFFFF"/>
    <a:srgbClr val="FF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font" Target="fonts/font4.fntdata" /><ns0:Relationship Id="rId72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font" Target="fonts/font3.fntdata" /><ns0:Relationship Id="rId71" Type="http://customschemas.google.com/relationships/presentationmetadata" Target="metadata" /><ns0:Relationship Id="rId2" Type="http://schemas.openxmlformats.org/officeDocument/2006/relationships/slide" Target="slides/slide1.xml" /><ns0:Relationship Id="rId75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font" Target="fonts/font2.fntdata" /><ns0:Relationship Id="rId74" Type="http://schemas.openxmlformats.org/officeDocument/2006/relationships/theme" Target="theme/theme1.xml" /><ns0:Relationship Id="rId5" Type="http://schemas.openxmlformats.org/officeDocument/2006/relationships/slide" Target="slides/slide4.xml" /><ns0:Relationship Id="rId10" Type="http://schemas.openxmlformats.org/officeDocument/2006/relationships/font" Target="fonts/font1.fntdata" /><ns0:Relationship Id="rId73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notesMaster" Target="notesMasters/notesMaster1.xml" /><ns0:Relationship Id="rIdAlternateWeek" Type="http://schemas.openxmlformats.org/officeDocument/2006/relationships/slide" Target="slides/slide8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833A157-23A7-5B30-A873-0FB1364B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BC1A8C4-CEE8-9C90-B93E-F3093A169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916E92F-AC93-E2B3-F451-BF31166AA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9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59E1CEEB-06CC-39D7-7358-E5E8E40E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2975E1D0-24D1-3388-9CD8-99EB0618F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815DEA0F-35B5-B8E8-EB48-83AE793BF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83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B53DC409-3260-0AF7-9355-F472FE6F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F20C4864-8DAB-FC3A-A4DE-F923ED467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383AB1C4-702A-3DC8-084F-0DEC7716C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90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F162D3FC-3E8C-327F-9263-B1319A3C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D965B6B1-D328-B07C-25D9-95C247F1B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6B765179-BDE3-8B97-F4DB-AF5C2191F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7030CB57-46F2-7425-0CC8-855FD132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48A92E08-EC69-41FC-42DB-169C0C88F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7D7F9D19-C7CA-4F3C-60A1-241F2E3D8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62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B793FE0E-7890-11AC-F32F-FEA98527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EBAF785E-8932-3D79-0B9A-0FE1788D1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05ED7697-BF7D-5459-E7CD-8CA896597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1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7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83">
          <ns1:extLst>
            <ns1:ext uri="{FF2B5EF4-FFF2-40B4-BE49-F238E27FC236}">
              <ns2:creationId id="{DB8436F5-B779-E676-AA8F-36C9252B7281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8" name="Google Shape;88;p1">
            <ns1:extLst>
              <ns1:ext uri="{FF2B5EF4-FFF2-40B4-BE49-F238E27FC236}">
                <ns2:creationId id="{B2DCE872-5EC7-FDE7-A471-67B7338CD750}"/>
              </ns1:ext>
            </ns1:extLst>
          </ns0:cNvPr>
          <ns0:cNvSpPr/>
          <ns0:nvPr/>
        </ns0:nvSpPr>
        <ns0:spPr>
          <ns1:xfrm>
            <ns1:off x="-36213" y="0"/>
            <ns1:ext cx="789388" cy="10287000"/>
          </ns1:xfrm>
          <ns1:custGeom>
            <ns1:avLst/>
            <ns1:gdLst/>
            <ns1:ahLst/>
            <ns1:cxnLst/>
            <ns1:rect l="l" t="t" r="r" b="b"/>
            <ns1:pathLst>
              <ns1:path w="1267460" h="13716000" extrusionOk="0">
                <ns1:moveTo>
                  <ns1:pt x="0" y="0"/>
                </ns1:moveTo>
                <ns1:lnTo>
                  <ns1:pt x="1267460" y="0"/>
                </ns1:lnTo>
                <ns1:lnTo>
                  <ns1:pt x="1267460" y="13716000"/>
                </ns1:lnTo>
                <ns1:lnTo>
                  <ns1:pt x="0" y="13716000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540000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89" name="Google Shape;89;p1">
            <ns1:extLst>
              <ns1:ext uri="{FF2B5EF4-FFF2-40B4-BE49-F238E27FC236}">
                <ns2:creationId id="{F209E95F-FC29-42FA-0AB7-934A412D145F}"/>
              </ns1:ext>
            </ns1:extLst>
          </ns0:cNvPr>
          <ns0:cNvSpPr/>
          <ns0:nvPr/>
        </ns0:nvSpPr>
        <ns0:spPr>
          <ns1:xfrm rot="10800000" flipH="1">
            <ns1:off x="-46871" y="0"/>
            <ns1:ext cx="714044" cy="10287000"/>
          </ns1:xfrm>
          <ns1:custGeom>
            <ns1:avLst/>
            <ns1:gdLst/>
            <ns1:ahLst/>
            <ns1:cxnLst/>
            <ns1:rect l="l" t="t" r="r" b="b"/>
            <ns1:pathLst>
              <ns1:path w="1267460" h="13716000" extrusionOk="0">
                <ns1:moveTo>
                  <ns1:pt x="0" y="0"/>
                </ns1:moveTo>
                <ns1:lnTo>
                  <ns1:pt x="1267460" y="0"/>
                </ns1:lnTo>
                <ns1:lnTo>
                  <ns1:pt x="1267460" y="13716000"/>
                </ns1:lnTo>
                <ns1:lnTo>
                  <ns1:pt x="0" y="13716000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2950" r="-2951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2" name="Google Shape;92;p1">
            <ns1:extLst>
              <ns1:ext uri="{FF2B5EF4-FFF2-40B4-BE49-F238E27FC236}">
                <ns2:creationId id="{97421035-DF72-0EE9-42AB-BB512D0EACCC}"/>
              </ns1:ext>
            </ns1:extLst>
          </ns0:cNvPr>
          <ns0:cNvSpPr txBox="1"/>
          <ns0:nvPr/>
        </ns0:nvSpPr>
        <ns0:spPr>
          <ns1:xfrm rot="16200000">
            <ns1:off x="-2734402" y="6615396"/>
            <ns1:ext cx="6259599" cy="5435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 anchorCtr="0">
            <ns1:noAutofit/>
          </ns1:bodyPr>
          <ns1:lstStyle/>
          <ns1:p>
            <ns1:pPr marL="0" marR="0" lvl="0" indent="0" algn="l" rtl="0">
              <ns1:lnSpc>
                <ns1:spcPct val="119958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 sz="2200" b="1">
                <ns1:solidFill>
                  <ns1:srgbClr val="FFFFFF"/>
                </ns1:solidFill>
                <ns1:latin typeface="Arial"/>
                <ns1:ea typeface="Arial"/>
                <ns1:cs typeface="Arial"/>
                <ns1:sym typeface="Arial"/>
              </ns1:rPr>
              <ns1:t>FACULTY OF COMPUTER ENGINEERING</ns1:t>
            </ns1:r>
            <ns1:endParaRPr sz="2200"/>
          </ns1:p>
        </ns0:txBody>
      </ns0:sp>
      <ns0:sp>
        <ns0:nvSpPr>
          <ns0:cNvPr id="94" name="Google Shape;94;p1">
            <ns1:extLst>
              <ns1:ext uri="{FF2B5EF4-FFF2-40B4-BE49-F238E27FC236}">
                <ns2:creationId id="{2865E276-16FB-9F77-A512-ABE50A4B8220}"/>
              </ns1:ext>
            </ns1:extLst>
          </ns0:cNvPr>
          <ns0:cNvSpPr/>
          <ns0:nvPr/>
        </ns0:nvSpPr>
        <ns0:spPr>
          <ns1:xfrm>
            <ns1:off x="6719978" y="445698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5" name="Google Shape;95;p1">
            <ns1:extLst>
              <ns1:ext uri="{FF2B5EF4-FFF2-40B4-BE49-F238E27FC236}">
                <ns2:creationId id="{0495937E-9E77-B490-2BE5-AEDF4E6CB720}"/>
              </ns1:ext>
            </ns1:extLst>
          </ns0:cNvPr>
          <ns0:cNvSpPr/>
          <ns0:nvPr/>
        </ns0:nvSpPr>
        <ns0:spPr>
          <ns1:xfrm>
            <ns1:off x="6807463" y="523733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6" name="Google Shape;96;p1" descr="Icon  Description automatically generated with medium confidence">
            <ns1:extLst>
              <ns1:ext uri="{FF2B5EF4-FFF2-40B4-BE49-F238E27FC236}">
                <ns2:creationId id="{087584D7-002B-886B-5EB8-D820F4F91E63}"/>
              </ns1:ext>
            </ns1:extLst>
          </ns0:cNvPr>
          <ns0:cNvSpPr/>
          <ns0:nvPr/>
        </ns0:nvSpPr>
        <ns0:spPr>
          <ns1:xfrm>
            <ns1:off x="9436446" y="350307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7" name="Google Shape;97;p1" descr="A picture containing clipart, vector graphics  Description automatically generated">
            <ns1:extLst>
              <ns1:ext uri="{FF2B5EF4-FFF2-40B4-BE49-F238E27FC236}">
                <ns2:creationId id="{46003153-ED0F-8790-E89B-1E619EE381FE}"/>
              </ns1:ext>
            </ns1:extLst>
          </ns0:cNvPr>
          <ns0:cNvSpPr/>
          <ns0:nvPr/>
        </ns0:nvSpPr>
        <ns0:spPr>
          <ns1:xfrm>
            <ns1:off x="7688248" y="385842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3287283936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Shape 215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/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/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2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/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/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/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/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/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/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2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/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2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B2A8C64E-55CC-B407-F3F5-60F4D638959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E77E43C7-69BA-DFDE-40C8-CDD7988E47AB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3858341C-4BB0-7398-4010-0EEC237CB81B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9D6A5F92-9428-2334-A9C5-DD62E65A9185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1F275C04-1EA7-EFB2-58EC-EB3F6A551830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88AAF152-00AC-C496-7743-14F4BCDBCAF2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EEEA4F8F-6835-8996-9F20-2C578FEEB049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BA904E38-0A5D-E2E4-703B-94B49FA2E199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9836EA18-ECAC-F1C8-A57F-0D5108695454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0F196DA8-72BC-39DF-74B8-CB7AA6E11558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916252926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8315FE6D-942E-A875-76D9-549D11CDB851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D7860EAB-80CD-B3CD-26E9-786331497CEA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DC1937D5-981D-491E-C851-A8C0ADF66CBC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6BBFA2C3-4D3B-8B48-EFA6-A9ED9E0B1EBB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57F404DD-C029-6714-6DFB-9274C55C8F52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197D2A85-3385-63ED-A5CC-5D4AFA4CB27D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ED874408-6986-1FE4-6E13-758C05084726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04894B58-CC3F-7A85-88A1-7B099995B9F1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8F8F9C0E-7CEA-DCA0-7581-BCC2CB234D7D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B96425F5-9567-4B65-E61C-4D7184A08B4A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161621476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DAC0AC4F-2FC2-EE10-77D3-4585DEF22280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1E52C618-F875-1443-64BA-C58F421DF579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038795DC-7AAE-E472-E8BA-730CCEEFB3FA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C176D9E4-EAE3-FABF-7BB5-17F48597563B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5E4B0504-2DDF-65FA-3D44-D48110D62434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B06BFB91-F606-B659-25E6-2C29A9A32F10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CA841D89-D962-D472-5C78-26E705C30FC1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E5A1C7D4-C516-302E-7FA6-1B375E2D0DDE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50A2744F-E543-77FD-B6C0-9CA16EA10EA7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B3BB28D9-0572-CD5B-DCAD-D077D329E8B7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1119652521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4231CB7F-6C58-A17D-5AC9-9E476B53B602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B6458AB5-ED02-EA1E-0D64-728253AA1353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C4CAFF82-1231-4044-734D-78C01876FC47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5C63DAB9-E2FE-1D64-8F07-0B52E5B9082A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A2F221BB-5219-6E12-E803-D8B518F296F8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E188E9E8-7A0D-131F-73C7-14F488DD11B5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EC06D5F5-086F-8968-1FA4-798A11CED5F7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E29A7D59-6AE6-8826-61CF-19A37F6D1C81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24186CBE-52FA-6BC0-D45A-BD6853770FF4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5B4440F8-43DA-BD8C-568F-10EE949EF520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783195021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8F68EC62-F04C-B124-38C2-EF90D9327EB7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DC808253-1ED7-379A-C73C-599E83571A5A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5912409C-2803-AB21-AE33-4169475CA97A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617D14A1-BB19-189E-9E56-86A3A02811A5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444CFF2D-3ED5-830B-27D7-43A8B350B698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832DE0AF-E5FF-7DCD-B9BF-91CB90C0936F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D44993FD-0D50-D839-6600-5F18159B93EE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5AF7D653-61AF-F707-0E27-F8EA21E6B772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289AB586-BB02-5F14-3C9F-C76D8DC740C8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9D7A377B-BF97-AA94-CA09-9423DAE437F0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772665066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8F68EC62-F04C-B124-38C2-EF90D9327EB7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DC808253-1ED7-379A-C73C-599E83571A5A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5912409C-2803-AB21-AE33-4169475CA97A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617D14A1-BB19-189E-9E56-86A3A02811A5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444CFF2D-3ED5-830B-27D7-43A8B350B698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832DE0AF-E5FF-7DCD-B9BF-91CB90C0936F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D44993FD-0D50-D839-6600-5F18159B93EE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5AF7D653-61AF-F707-0E27-F8EA21E6B772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289AB586-BB02-5F14-3C9F-C76D8DC740C8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9D7A377B-BF97-AA94-CA09-9423DAE437F0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772665066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635</Words>
  <Application>Microsoft Office PowerPoint</Application>
  <PresentationFormat>Custom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Nguyễn Hải Thành</cp:lastModifiedBy>
  <cp:revision>30</cp:revision>
  <dcterms:created xsi:type="dcterms:W3CDTF">2006-08-16T00:00:00Z</dcterms:created>
  <dcterms:modified xsi:type="dcterms:W3CDTF">2026-02-03T02:58:06Z</dcterms:modified>
</cp:coreProperties>
</file>