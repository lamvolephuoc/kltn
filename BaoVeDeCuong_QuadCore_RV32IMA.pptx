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4"/>
    <p:sldMasterId id="2147483660" r:id="rId5"/>
  </p:sldMasterIdLst>
  <p:notesMasterIdLst>
    <p:notesMasterId r:id="rId18"/>
  </p:notesMasterIdLst>
  <p:handoutMasterIdLst>
    <p:handoutMasterId r:id="rId19"/>
  </p:handoutMasterIdLst>
  <p:sldIdLst>
    <p:sldId id="256" r:id="rId6"/>
    <p:sldId id="257" r:id="rId7"/>
    <p:sldId id="264" r:id="rId8"/>
    <p:sldId id="258" r:id="rId9"/>
    <p:sldId id="259" r:id="rId10"/>
    <p:sldId id="260" r:id="rId11"/>
    <p:sldId id="265" r:id="rId12"/>
    <p:sldId id="271" r:id="rId13"/>
    <p:sldId id="262" r:id="rId14"/>
    <p:sldId id="272" r:id="rId15"/>
    <p:sldId id="263" r:id="rId16"/>
    <p:sldId id="269" r:id="rId17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86272-BD7B-7162-8A87-6D2194375228}" v="275" dt="2026-09-17T16:44:13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03" autoAdjust="0"/>
  </p:normalViewPr>
  <p:slideViewPr>
    <p:cSldViewPr snapToGrid="0">
      <p:cViewPr varScale="1">
        <p:scale>
          <a:sx n="49" d="100"/>
          <a:sy n="49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ũ Thành Lam" userId="S::23520840@ms.uit.edu.vn::f563ff06-0d76-4eec-b7bf-ed1a4597f5dc" providerId="AD" clId="Web-{74486272-BD7B-7162-8A87-6D2194375228}"/>
    <pc:docChg chg="addSld delSld modSld">
      <pc:chgData name="Vũ Thành Lam" userId="S::23520840@ms.uit.edu.vn::f563ff06-0d76-4eec-b7bf-ed1a4597f5dc" providerId="AD" clId="Web-{74486272-BD7B-7162-8A87-6D2194375228}" dt="2026-09-17T16:44:13.594" v="228"/>
      <pc:docMkLst>
        <pc:docMk/>
      </pc:docMkLst>
      <pc:sldChg chg="modSp">
        <pc:chgData name="Vũ Thành Lam" userId="S::23520840@ms.uit.edu.vn::f563ff06-0d76-4eec-b7bf-ed1a4597f5dc" providerId="AD" clId="Web-{74486272-BD7B-7162-8A87-6D2194375228}" dt="2026-09-17T16:41:09.964" v="216"/>
        <pc:sldMkLst>
          <pc:docMk/>
          <pc:sldMk cId="2161621476" sldId="259"/>
        </pc:sldMkLst>
        <pc:graphicFrameChg chg="mod modGraphic">
          <ac:chgData name="Vũ Thành Lam" userId="S::23520840@ms.uit.edu.vn::f563ff06-0d76-4eec-b7bf-ed1a4597f5dc" providerId="AD" clId="Web-{74486272-BD7B-7162-8A87-6D2194375228}" dt="2026-09-17T16:41:09.964" v="216"/>
          <ac:graphicFrameMkLst>
            <pc:docMk/>
            <pc:sldMk cId="2161621476" sldId="259"/>
            <ac:graphicFrameMk id="242" creationId="{00000000-0000-0000-0000-000000000000}"/>
          </ac:graphicFrameMkLst>
        </pc:graphicFrameChg>
      </pc:sldChg>
      <pc:sldChg chg="modSp">
        <pc:chgData name="Vũ Thành Lam" userId="S::23520840@ms.uit.edu.vn::f563ff06-0d76-4eec-b7bf-ed1a4597f5dc" providerId="AD" clId="Web-{74486272-BD7B-7162-8A87-6D2194375228}" dt="2026-09-17T16:40:55.089" v="214"/>
        <pc:sldMkLst>
          <pc:docMk/>
          <pc:sldMk cId="2772665066" sldId="262"/>
        </pc:sldMkLst>
        <pc:spChg chg="mod">
          <ac:chgData name="Vũ Thành Lam" userId="S::23520840@ms.uit.edu.vn::f563ff06-0d76-4eec-b7bf-ed1a4597f5dc" providerId="AD" clId="Web-{74486272-BD7B-7162-8A87-6D2194375228}" dt="2026-09-17T16:40:54.635" v="212" actId="20577"/>
          <ac:spMkLst>
            <pc:docMk/>
            <pc:sldMk cId="2772665066" sldId="262"/>
            <ac:spMk id="233" creationId="{5108FF10-CFA0-4C1C-9CD2-7380DAE64FF5}"/>
          </ac:spMkLst>
        </pc:spChg>
        <pc:graphicFrameChg chg="mod modGraphic">
          <ac:chgData name="Vũ Thành Lam" userId="S::23520840@ms.uit.edu.vn::f563ff06-0d76-4eec-b7bf-ed1a4597f5dc" providerId="AD" clId="Web-{74486272-BD7B-7162-8A87-6D2194375228}" dt="2026-09-17T16:40:55.089" v="214"/>
          <ac:graphicFrameMkLst>
            <pc:docMk/>
            <pc:sldMk cId="2772665066" sldId="262"/>
            <ac:graphicFrameMk id="246" creationId="{00000000-0000-0000-0000-000000000000}"/>
          </ac:graphicFrameMkLst>
        </pc:graphicFrameChg>
      </pc:sldChg>
      <pc:sldChg chg="mod modShow">
        <pc:chgData name="Vũ Thành Lam" userId="S::23520840@ms.uit.edu.vn::f563ff06-0d76-4eec-b7bf-ed1a4597f5dc" providerId="AD" clId="Web-{74486272-BD7B-7162-8A87-6D2194375228}" dt="2026-09-17T16:25:23.802" v="0"/>
        <pc:sldMkLst>
          <pc:docMk/>
          <pc:sldMk cId="1221482443" sldId="265"/>
        </pc:sldMkLst>
      </pc:sldChg>
      <pc:sldChg chg="new del">
        <pc:chgData name="Vũ Thành Lam" userId="S::23520840@ms.uit.edu.vn::f563ff06-0d76-4eec-b7bf-ed1a4597f5dc" providerId="AD" clId="Web-{74486272-BD7B-7162-8A87-6D2194375228}" dt="2026-09-17T16:25:36.552" v="3"/>
        <pc:sldMkLst>
          <pc:docMk/>
          <pc:sldMk cId="377445774" sldId="270"/>
        </pc:sldMkLst>
      </pc:sldChg>
      <pc:sldChg chg="addSp delSp modSp add mod replId modShow">
        <pc:chgData name="Vũ Thành Lam" userId="S::23520840@ms.uit.edu.vn::f563ff06-0d76-4eec-b7bf-ed1a4597f5dc" providerId="AD" clId="Web-{74486272-BD7B-7162-8A87-6D2194375228}" dt="2026-09-17T16:44:13.594" v="228"/>
        <pc:sldMkLst>
          <pc:docMk/>
          <pc:sldMk cId="3905087452" sldId="271"/>
        </pc:sldMkLst>
        <pc:spChg chg="add mod">
          <ac:chgData name="Vũ Thành Lam" userId="S::23520840@ms.uit.edu.vn::f563ff06-0d76-4eec-b7bf-ed1a4597f5dc" providerId="AD" clId="Web-{74486272-BD7B-7162-8A87-6D2194375228}" dt="2026-09-17T16:41:48.433" v="223" actId="1076"/>
          <ac:spMkLst>
            <pc:docMk/>
            <pc:sldMk cId="3905087452" sldId="271"/>
            <ac:spMk id="3" creationId="{1CD22704-0270-2E74-4F99-28C283D35F4F}"/>
          </ac:spMkLst>
        </pc:spChg>
        <pc:spChg chg="add mod">
          <ac:chgData name="Vũ Thành Lam" userId="S::23520840@ms.uit.edu.vn::f563ff06-0d76-4eec-b7bf-ed1a4597f5dc" providerId="AD" clId="Web-{74486272-BD7B-7162-8A87-6D2194375228}" dt="2026-09-17T16:41:48.448" v="224" actId="1076"/>
          <ac:spMkLst>
            <pc:docMk/>
            <pc:sldMk cId="3905087452" sldId="271"/>
            <ac:spMk id="6" creationId="{16234F4D-C4D3-2DC3-2069-1B11950ED3B4}"/>
          </ac:spMkLst>
        </pc:spChg>
        <pc:spChg chg="add del mod">
          <ac:chgData name="Vũ Thành Lam" userId="S::23520840@ms.uit.edu.vn::f563ff06-0d76-4eec-b7bf-ed1a4597f5dc" providerId="AD" clId="Web-{74486272-BD7B-7162-8A87-6D2194375228}" dt="2026-09-17T16:32:33.227" v="165"/>
          <ac:spMkLst>
            <pc:docMk/>
            <pc:sldMk cId="3905087452" sldId="271"/>
            <ac:spMk id="8" creationId="{1AA60CE8-5DD9-E938-FFCD-E1116CA93D7F}"/>
          </ac:spMkLst>
        </pc:spChg>
        <pc:spChg chg="add del">
          <ac:chgData name="Vũ Thành Lam" userId="S::23520840@ms.uit.edu.vn::f563ff06-0d76-4eec-b7bf-ed1a4597f5dc" providerId="AD" clId="Web-{74486272-BD7B-7162-8A87-6D2194375228}" dt="2026-09-17T16:29:51.116" v="133"/>
          <ac:spMkLst>
            <pc:docMk/>
            <pc:sldMk cId="3905087452" sldId="271"/>
            <ac:spMk id="9" creationId="{B97D6D0A-1793-9B50-B1AA-0D791C63713E}"/>
          </ac:spMkLst>
        </pc:spChg>
        <pc:spChg chg="add del mod">
          <ac:chgData name="Vũ Thành Lam" userId="S::23520840@ms.uit.edu.vn::f563ff06-0d76-4eec-b7bf-ed1a4597f5dc" providerId="AD" clId="Web-{74486272-BD7B-7162-8A87-6D2194375228}" dt="2026-09-17T16:32:33.227" v="164"/>
          <ac:spMkLst>
            <pc:docMk/>
            <pc:sldMk cId="3905087452" sldId="271"/>
            <ac:spMk id="10" creationId="{E744B180-ABCC-2F1E-65A6-EC2A0B206CCD}"/>
          </ac:spMkLst>
        </pc:spChg>
        <pc:spChg chg="add mod">
          <ac:chgData name="Vũ Thành Lam" userId="S::23520840@ms.uit.edu.vn::f563ff06-0d76-4eec-b7bf-ed1a4597f5dc" providerId="AD" clId="Web-{74486272-BD7B-7162-8A87-6D2194375228}" dt="2026-09-17T16:33:10.242" v="190" actId="1076"/>
          <ac:spMkLst>
            <pc:docMk/>
            <pc:sldMk cId="3905087452" sldId="271"/>
            <ac:spMk id="12" creationId="{55885BA7-AFF0-284A-E0BC-3052D05A317D}"/>
          </ac:spMkLst>
        </pc:spChg>
        <pc:spChg chg="add mod">
          <ac:chgData name="Vũ Thành Lam" userId="S::23520840@ms.uit.edu.vn::f563ff06-0d76-4eec-b7bf-ed1a4597f5dc" providerId="AD" clId="Web-{74486272-BD7B-7162-8A87-6D2194375228}" dt="2026-09-17T16:33:10.258" v="191" actId="1076"/>
          <ac:spMkLst>
            <pc:docMk/>
            <pc:sldMk cId="3905087452" sldId="271"/>
            <ac:spMk id="13" creationId="{A026867A-2ED0-B15F-B8BC-EEB79F10061B}"/>
          </ac:spMkLst>
        </pc:spChg>
        <pc:spChg chg="add del mod">
          <ac:chgData name="Vũ Thành Lam" userId="S::23520840@ms.uit.edu.vn::f563ff06-0d76-4eec-b7bf-ed1a4597f5dc" providerId="AD" clId="Web-{74486272-BD7B-7162-8A87-6D2194375228}" dt="2026-09-17T16:34:58.337" v="196"/>
          <ac:spMkLst>
            <pc:docMk/>
            <pc:sldMk cId="3905087452" sldId="271"/>
            <ac:spMk id="15" creationId="{528072F7-9633-EA46-30C8-6FA41040BB93}"/>
          </ac:spMkLst>
        </pc:spChg>
        <pc:spChg chg="add del mod">
          <ac:chgData name="Vũ Thành Lam" userId="S::23520840@ms.uit.edu.vn::f563ff06-0d76-4eec-b7bf-ed1a4597f5dc" providerId="AD" clId="Web-{74486272-BD7B-7162-8A87-6D2194375228}" dt="2026-09-17T16:35:02.634" v="200"/>
          <ac:spMkLst>
            <pc:docMk/>
            <pc:sldMk cId="3905087452" sldId="271"/>
            <ac:spMk id="16" creationId="{3A014973-D82B-FA04-50EA-365BF974C255}"/>
          </ac:spMkLst>
        </pc:spChg>
        <pc:spChg chg="mod">
          <ac:chgData name="Vũ Thành Lam" userId="S::23520840@ms.uit.edu.vn::f563ff06-0d76-4eec-b7bf-ed1a4597f5dc" providerId="AD" clId="Web-{74486272-BD7B-7162-8A87-6D2194375228}" dt="2026-09-17T16:28:22.975" v="106" actId="20577"/>
          <ac:spMkLst>
            <pc:docMk/>
            <pc:sldMk cId="3905087452" sldId="271"/>
            <ac:spMk id="230" creationId="{80DC9489-BD99-E3CE-8146-96F48D7C0F25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1.693" v="5"/>
          <ac:spMkLst>
            <pc:docMk/>
            <pc:sldMk cId="3905087452" sldId="271"/>
            <ac:spMk id="231" creationId="{4C7A8BCD-5C9C-15BA-9686-53AAD67758C0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6.193" v="32"/>
          <ac:spMkLst>
            <pc:docMk/>
            <pc:sldMk cId="3905087452" sldId="271"/>
            <ac:spMk id="232" creationId="{ABF5ECC8-7876-A5BC-4A1A-385EFA347E0C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25"/>
          <ac:spMkLst>
            <pc:docMk/>
            <pc:sldMk cId="3905087452" sldId="271"/>
            <ac:spMk id="233" creationId="{7F0EFFCA-A97D-187D-BBEE-2BA3CD905EA1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6.193" v="31"/>
          <ac:spMkLst>
            <pc:docMk/>
            <pc:sldMk cId="3905087452" sldId="271"/>
            <ac:spMk id="234" creationId="{84B7ACFB-EA07-723B-BCFC-A505DF69842B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2.881" v="6"/>
          <ac:spMkLst>
            <pc:docMk/>
            <pc:sldMk cId="3905087452" sldId="271"/>
            <ac:spMk id="235" creationId="{A022DEBA-5CE0-2E21-8C50-5BC2A8C05DE8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3.256" v="7"/>
          <ac:spMkLst>
            <pc:docMk/>
            <pc:sldMk cId="3905087452" sldId="271"/>
            <ac:spMk id="236" creationId="{41621EB6-8AC3-C00C-9083-CF4986E7AB65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24"/>
          <ac:spMkLst>
            <pc:docMk/>
            <pc:sldMk cId="3905087452" sldId="271"/>
            <ac:spMk id="237" creationId="{D8F267E2-4435-D87D-6A67-C8A13A2E5928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21"/>
          <ac:spMkLst>
            <pc:docMk/>
            <pc:sldMk cId="3905087452" sldId="271"/>
            <ac:spMk id="240" creationId="{3E088B3D-A7CB-DA7F-3647-F059FCC62693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20"/>
          <ac:spMkLst>
            <pc:docMk/>
            <pc:sldMk cId="3905087452" sldId="271"/>
            <ac:spMk id="241" creationId="{CA78D05B-064E-373E-4A40-75173FCD40B4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19"/>
          <ac:spMkLst>
            <pc:docMk/>
            <pc:sldMk cId="3905087452" sldId="271"/>
            <ac:spMk id="242" creationId="{AAE7137F-0146-A0B7-2BFF-95C194D26702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18"/>
          <ac:spMkLst>
            <pc:docMk/>
            <pc:sldMk cId="3905087452" sldId="271"/>
            <ac:spMk id="243" creationId="{9059FCCC-6C2C-5EAB-F733-7CE41F4845A7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14"/>
          <ac:spMkLst>
            <pc:docMk/>
            <pc:sldMk cId="3905087452" sldId="271"/>
            <ac:spMk id="247" creationId="{15202A0F-6C0F-D0B1-3101-E00F80CC1B30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13"/>
          <ac:spMkLst>
            <pc:docMk/>
            <pc:sldMk cId="3905087452" sldId="271"/>
            <ac:spMk id="248" creationId="{92777556-30D7-DEA9-FFE5-0CE3498AF16E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12"/>
          <ac:spMkLst>
            <pc:docMk/>
            <pc:sldMk cId="3905087452" sldId="271"/>
            <ac:spMk id="249" creationId="{10EB6B05-8AD1-D7A1-DF16-0D099BCDCA6F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4.802" v="8"/>
          <ac:spMkLst>
            <pc:docMk/>
            <pc:sldMk cId="3905087452" sldId="271"/>
            <ac:spMk id="253" creationId="{592B7F29-A13D-A32C-FC1C-6AEFF25FFA23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6.193" v="30"/>
          <ac:spMkLst>
            <pc:docMk/>
            <pc:sldMk cId="3905087452" sldId="271"/>
            <ac:spMk id="254" creationId="{2DD7D74F-5FCA-C11F-8E2C-D4E3D2D5FEBA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6.193" v="29"/>
          <ac:spMkLst>
            <pc:docMk/>
            <pc:sldMk cId="3905087452" sldId="271"/>
            <ac:spMk id="255" creationId="{241ADC50-6B3B-01D6-E39C-6E5F8693F8AC}"/>
          </ac:spMkLst>
        </pc:spChg>
        <pc:spChg chg="del">
          <ac:chgData name="Vũ Thành Lam" userId="S::23520840@ms.uit.edu.vn::f563ff06-0d76-4eec-b7bf-ed1a4597f5dc" providerId="AD" clId="Web-{74486272-BD7B-7162-8A87-6D2194375228}" dt="2026-09-17T16:25:46.193" v="28"/>
          <ac:spMkLst>
            <pc:docMk/>
            <pc:sldMk cId="3905087452" sldId="271"/>
            <ac:spMk id="256" creationId="{4BA7E4DA-4E56-E2F5-74CA-CF85427D4D11}"/>
          </ac:spMkLst>
        </pc:spChg>
        <pc:picChg chg="add mod">
          <ac:chgData name="Vũ Thành Lam" userId="S::23520840@ms.uit.edu.vn::f563ff06-0d76-4eec-b7bf-ed1a4597f5dc" providerId="AD" clId="Web-{74486272-BD7B-7162-8A87-6D2194375228}" dt="2026-09-17T16:41:51.229" v="226" actId="1076"/>
          <ac:picMkLst>
            <pc:docMk/>
            <pc:sldMk cId="3905087452" sldId="271"/>
            <ac:picMk id="2" creationId="{A394975B-99AE-45C4-D65F-D984FEEE194A}"/>
          </ac:picMkLst>
        </pc:picChg>
        <pc:picChg chg="add mod">
          <ac:chgData name="Vũ Thành Lam" userId="S::23520840@ms.uit.edu.vn::f563ff06-0d76-4eec-b7bf-ed1a4597f5dc" providerId="AD" clId="Web-{74486272-BD7B-7162-8A87-6D2194375228}" dt="2026-09-17T16:41:52.839" v="227" actId="1076"/>
          <ac:picMkLst>
            <pc:docMk/>
            <pc:sldMk cId="3905087452" sldId="271"/>
            <ac:picMk id="17" creationId="{D1928E0A-28AD-62AA-DA14-011CD29895A4}"/>
          </ac:picMkLst>
        </pc:picChg>
        <pc:cxnChg chg="add mod">
          <ac:chgData name="Vũ Thành Lam" userId="S::23520840@ms.uit.edu.vn::f563ff06-0d76-4eec-b7bf-ed1a4597f5dc" providerId="AD" clId="Web-{74486272-BD7B-7162-8A87-6D2194375228}" dt="2026-09-17T16:41:48.448" v="225" actId="1076"/>
          <ac:cxnSpMkLst>
            <pc:docMk/>
            <pc:sldMk cId="3905087452" sldId="271"/>
            <ac:cxnSpMk id="7" creationId="{CDC7BCE2-708A-2B81-41F4-710628AD66B0}"/>
          </ac:cxnSpMkLst>
        </pc:cxnChg>
        <pc:cxnChg chg="add del mod">
          <ac:chgData name="Vũ Thành Lam" userId="S::23520840@ms.uit.edu.vn::f563ff06-0d76-4eec-b7bf-ed1a4597f5dc" providerId="AD" clId="Web-{74486272-BD7B-7162-8A87-6D2194375228}" dt="2026-09-17T16:32:33.227" v="163"/>
          <ac:cxnSpMkLst>
            <pc:docMk/>
            <pc:sldMk cId="3905087452" sldId="271"/>
            <ac:cxnSpMk id="11" creationId="{C2011977-03F2-CC1F-37B2-E58BA7024AFE}"/>
          </ac:cxnSpMkLst>
        </pc:cxnChg>
        <pc:cxnChg chg="add mod">
          <ac:chgData name="Vũ Thành Lam" userId="S::23520840@ms.uit.edu.vn::f563ff06-0d76-4eec-b7bf-ed1a4597f5dc" providerId="AD" clId="Web-{74486272-BD7B-7162-8A87-6D2194375228}" dt="2026-09-17T16:33:10.258" v="192" actId="1076"/>
          <ac:cxnSpMkLst>
            <pc:docMk/>
            <pc:sldMk cId="3905087452" sldId="271"/>
            <ac:cxnSpMk id="14" creationId="{B9DEC3CD-9929-B250-C824-307A7385FEBF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23"/>
          <ac:cxnSpMkLst>
            <pc:docMk/>
            <pc:sldMk cId="3905087452" sldId="271"/>
            <ac:cxnSpMk id="277" creationId="{F3694639-BC75-9168-9750-9DB0C337FDE1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22"/>
          <ac:cxnSpMkLst>
            <pc:docMk/>
            <pc:sldMk cId="3905087452" sldId="271"/>
            <ac:cxnSpMk id="278" creationId="{42DA1352-1523-A320-0415-C1D56787D308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17"/>
          <ac:cxnSpMkLst>
            <pc:docMk/>
            <pc:sldMk cId="3905087452" sldId="271"/>
            <ac:cxnSpMk id="283" creationId="{C5E4BD66-B471-D24F-CBE0-94C697848362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16"/>
          <ac:cxnSpMkLst>
            <pc:docMk/>
            <pc:sldMk cId="3905087452" sldId="271"/>
            <ac:cxnSpMk id="284" creationId="{520A9027-6F0C-63DA-990B-D06EE65CB949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15"/>
          <ac:cxnSpMkLst>
            <pc:docMk/>
            <pc:sldMk cId="3905087452" sldId="271"/>
            <ac:cxnSpMk id="285" creationId="{E81CCC1B-C9AA-6A55-B157-B97840C6A3D1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11"/>
          <ac:cxnSpMkLst>
            <pc:docMk/>
            <pc:sldMk cId="3905087452" sldId="271"/>
            <ac:cxnSpMk id="289" creationId="{42714658-36F7-EDC6-3D1C-8829934B4521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10"/>
          <ac:cxnSpMkLst>
            <pc:docMk/>
            <pc:sldMk cId="3905087452" sldId="271"/>
            <ac:cxnSpMk id="290" creationId="{E37C4798-ECDC-C063-7C19-2C7CFA38A48D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4.802" v="9"/>
          <ac:cxnSpMkLst>
            <pc:docMk/>
            <pc:sldMk cId="3905087452" sldId="271"/>
            <ac:cxnSpMk id="291" creationId="{D0A42C95-3671-2B19-F911-BB69DCA9574A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6.193" v="27"/>
          <ac:cxnSpMkLst>
            <pc:docMk/>
            <pc:sldMk cId="3905087452" sldId="271"/>
            <ac:cxnSpMk id="296" creationId="{9D388957-2090-850A-09BA-CB36FD3D5B6F}"/>
          </ac:cxnSpMkLst>
        </pc:cxnChg>
        <pc:cxnChg chg="del mod">
          <ac:chgData name="Vũ Thành Lam" userId="S::23520840@ms.uit.edu.vn::f563ff06-0d76-4eec-b7bf-ed1a4597f5dc" providerId="AD" clId="Web-{74486272-BD7B-7162-8A87-6D2194375228}" dt="2026-09-17T16:25:46.193" v="26"/>
          <ac:cxnSpMkLst>
            <pc:docMk/>
            <pc:sldMk cId="3905087452" sldId="271"/>
            <ac:cxnSpMk id="297" creationId="{8C0D52E9-E80E-2B43-7227-BACE249A8C96}"/>
          </ac:cxnSpMkLst>
        </pc:cxnChg>
      </pc:sldChg>
    </pc:docChg>
  </pc:docChgLst>
  <pc:docChgLst>
    <pc:chgData name="Võ Lê Phước Lâm" userId="d8aa5c43-b243-4a83-93c0-6e5d40316df4" providerId="ADAL" clId="{4B11DC3E-6102-43F9-98C4-F4F91B378907}"/>
    <pc:docChg chg="custSel addSld delSld modSld modMainMaster">
      <pc:chgData name="Võ Lê Phước Lâm" userId="d8aa5c43-b243-4a83-93c0-6e5d40316df4" providerId="ADAL" clId="{4B11DC3E-6102-43F9-98C4-F4F91B378907}" dt="2026-09-17T17:04:41.919" v="62" actId="20577"/>
      <pc:docMkLst>
        <pc:docMk/>
      </pc:docMkLst>
      <pc:sldChg chg="modSp">
        <pc:chgData name="Võ Lê Phước Lâm" userId="d8aa5c43-b243-4a83-93c0-6e5d40316df4" providerId="ADAL" clId="{4B11DC3E-6102-43F9-98C4-F4F91B378907}" dt="2026-09-17T17:00:38.400" v="28" actId="14100"/>
        <pc:sldMkLst>
          <pc:docMk/>
          <pc:sldMk cId="2916252926" sldId="258"/>
        </pc:sldMkLst>
        <pc:spChg chg="mod">
          <ac:chgData name="Võ Lê Phước Lâm" userId="d8aa5c43-b243-4a83-93c0-6e5d40316df4" providerId="ADAL" clId="{4B11DC3E-6102-43F9-98C4-F4F91B378907}" dt="2026-09-17T17:00:18.027" v="26" actId="20577"/>
          <ac:spMkLst>
            <pc:docMk/>
            <pc:sldMk cId="2916252926" sldId="258"/>
            <ac:spMk id="232" creationId="{630B98C8-ADEA-4B78-9182-A332DA81D0AF}"/>
          </ac:spMkLst>
        </pc:spChg>
        <pc:spChg chg="mod">
          <ac:chgData name="Võ Lê Phước Lâm" userId="d8aa5c43-b243-4a83-93c0-6e5d40316df4" providerId="ADAL" clId="{4B11DC3E-6102-43F9-98C4-F4F91B378907}" dt="2026-09-17T17:00:38.400" v="28" actId="14100"/>
          <ac:spMkLst>
            <pc:docMk/>
            <pc:sldMk cId="2916252926" sldId="258"/>
            <ac:spMk id="236" creationId="{510ED214-9775-472C-93DF-0A76C05F3842}"/>
          </ac:spMkLst>
        </pc:spChg>
      </pc:sldChg>
      <pc:sldChg chg="modSp">
        <pc:chgData name="Võ Lê Phước Lâm" userId="d8aa5c43-b243-4a83-93c0-6e5d40316df4" providerId="ADAL" clId="{4B11DC3E-6102-43F9-98C4-F4F91B378907}" dt="2026-09-17T17:00:44.433" v="29" actId="20577"/>
        <pc:sldMkLst>
          <pc:docMk/>
          <pc:sldMk cId="2161621476" sldId="259"/>
        </pc:sldMkLst>
        <pc:graphicFrameChg chg="modGraphic">
          <ac:chgData name="Võ Lê Phước Lâm" userId="d8aa5c43-b243-4a83-93c0-6e5d40316df4" providerId="ADAL" clId="{4B11DC3E-6102-43F9-98C4-F4F91B378907}" dt="2026-09-17T17:00:44.433" v="29" actId="20577"/>
          <ac:graphicFrameMkLst>
            <pc:docMk/>
            <pc:sldMk cId="2161621476" sldId="259"/>
            <ac:graphicFrameMk id="242" creationId="{00000000-0000-0000-0000-000000000000}"/>
          </ac:graphicFrameMkLst>
        </pc:graphicFrameChg>
      </pc:sldChg>
      <pc:sldChg chg="addSp delSp modSp">
        <pc:chgData name="Võ Lê Phước Lâm" userId="d8aa5c43-b243-4a83-93c0-6e5d40316df4" providerId="ADAL" clId="{4B11DC3E-6102-43F9-98C4-F4F91B378907}" dt="2026-09-17T16:58:31.486" v="5" actId="1076"/>
        <pc:sldMkLst>
          <pc:docMk/>
          <pc:sldMk cId="1119652521" sldId="260"/>
        </pc:sldMkLst>
        <pc:picChg chg="add mod">
          <ac:chgData name="Võ Lê Phước Lâm" userId="d8aa5c43-b243-4a83-93c0-6e5d40316df4" providerId="ADAL" clId="{4B11DC3E-6102-43F9-98C4-F4F91B378907}" dt="2026-09-17T16:58:31.486" v="5" actId="1076"/>
          <ac:picMkLst>
            <pc:docMk/>
            <pc:sldMk cId="1119652521" sldId="260"/>
            <ac:picMk id="2" creationId="{C87F18CE-2182-433C-A1DD-2568E16E3917}"/>
          </ac:picMkLst>
        </pc:picChg>
        <pc:picChg chg="del">
          <ac:chgData name="Võ Lê Phước Lâm" userId="d8aa5c43-b243-4a83-93c0-6e5d40316df4" providerId="ADAL" clId="{4B11DC3E-6102-43F9-98C4-F4F91B378907}" dt="2026-09-17T16:58:18.991" v="1" actId="478"/>
          <ac:picMkLst>
            <pc:docMk/>
            <pc:sldMk cId="1119652521" sldId="260"/>
            <ac:picMk id="4" creationId="{108F5118-073A-4D11-B53F-48DCD42E5683}"/>
          </ac:picMkLst>
        </pc:picChg>
      </pc:sldChg>
      <pc:sldChg chg="modSp">
        <pc:chgData name="Võ Lê Phước Lâm" userId="d8aa5c43-b243-4a83-93c0-6e5d40316df4" providerId="ADAL" clId="{4B11DC3E-6102-43F9-98C4-F4F91B378907}" dt="2026-09-17T17:01:25.040" v="50" actId="20577"/>
        <pc:sldMkLst>
          <pc:docMk/>
          <pc:sldMk cId="2772665066" sldId="262"/>
        </pc:sldMkLst>
        <pc:spChg chg="mod">
          <ac:chgData name="Võ Lê Phước Lâm" userId="d8aa5c43-b243-4a83-93c0-6e5d40316df4" providerId="ADAL" clId="{4B11DC3E-6102-43F9-98C4-F4F91B378907}" dt="2026-09-17T17:01:25.040" v="50" actId="20577"/>
          <ac:spMkLst>
            <pc:docMk/>
            <pc:sldMk cId="2772665066" sldId="262"/>
            <ac:spMk id="233" creationId="{5108FF10-CFA0-4C1C-9CD2-7380DAE64FF5}"/>
          </ac:spMkLst>
        </pc:spChg>
        <pc:graphicFrameChg chg="modGraphic">
          <ac:chgData name="Võ Lê Phước Lâm" userId="d8aa5c43-b243-4a83-93c0-6e5d40316df4" providerId="ADAL" clId="{4B11DC3E-6102-43F9-98C4-F4F91B378907}" dt="2026-09-17T17:01:09.134" v="39" actId="20577"/>
          <ac:graphicFrameMkLst>
            <pc:docMk/>
            <pc:sldMk cId="2772665066" sldId="262"/>
            <ac:graphicFrameMk id="246" creationId="{00000000-0000-0000-0000-000000000000}"/>
          </ac:graphicFrameMkLst>
        </pc:graphicFrameChg>
      </pc:sldChg>
      <pc:sldChg chg="modTransition">
        <pc:chgData name="Võ Lê Phước Lâm" userId="d8aa5c43-b243-4a83-93c0-6e5d40316df4" providerId="ADAL" clId="{4B11DC3E-6102-43F9-98C4-F4F91B378907}" dt="2026-09-17T16:13:28.746" v="0"/>
        <pc:sldMkLst>
          <pc:docMk/>
          <pc:sldMk cId="1221482443" sldId="265"/>
        </pc:sldMkLst>
      </pc:sldChg>
      <pc:sldChg chg="add del">
        <pc:chgData name="Võ Lê Phước Lâm" userId="d8aa5c43-b243-4a83-93c0-6e5d40316df4" providerId="ADAL" clId="{4B11DC3E-6102-43F9-98C4-F4F91B378907}" dt="2026-09-17T17:02:20.935" v="53" actId="2696"/>
        <pc:sldMkLst>
          <pc:docMk/>
          <pc:sldMk cId="3366725003" sldId="270"/>
        </pc:sldMkLst>
      </pc:sldChg>
      <pc:sldChg chg="modSp add">
        <pc:chgData name="Võ Lê Phước Lâm" userId="d8aa5c43-b243-4a83-93c0-6e5d40316df4" providerId="ADAL" clId="{4B11DC3E-6102-43F9-98C4-F4F91B378907}" dt="2026-09-17T17:02:36.793" v="57" actId="20577"/>
        <pc:sldMkLst>
          <pc:docMk/>
          <pc:sldMk cId="2287754257" sldId="271"/>
        </pc:sldMkLst>
        <pc:graphicFrameChg chg="modGraphic">
          <ac:chgData name="Võ Lê Phước Lâm" userId="d8aa5c43-b243-4a83-93c0-6e5d40316df4" providerId="ADAL" clId="{4B11DC3E-6102-43F9-98C4-F4F91B378907}" dt="2026-09-17T17:02:26.933" v="54" actId="20577"/>
          <ac:graphicFrameMkLst>
            <pc:docMk/>
            <pc:sldMk cId="2287754257" sldId="271"/>
            <ac:graphicFrameMk id="246" creationId="{00000000-0000-0000-0000-000000000000}"/>
          </ac:graphicFrameMkLst>
        </pc:graphicFrameChg>
        <pc:graphicFrameChg chg="modGraphic">
          <ac:chgData name="Võ Lê Phước Lâm" userId="d8aa5c43-b243-4a83-93c0-6e5d40316df4" providerId="ADAL" clId="{4B11DC3E-6102-43F9-98C4-F4F91B378907}" dt="2026-09-17T17:02:36.793" v="57" actId="20577"/>
          <ac:graphicFrameMkLst>
            <pc:docMk/>
            <pc:sldMk cId="2287754257" sldId="271"/>
            <ac:graphicFrameMk id="247" creationId="{00000000-0000-0000-0000-000000000000}"/>
          </ac:graphicFrameMkLst>
        </pc:graphicFrameChg>
      </pc:sldChg>
      <pc:sldChg chg="modNotesTx">
        <pc:chgData name="Võ Lê Phước Lâm" userId="d8aa5c43-b243-4a83-93c0-6e5d40316df4" providerId="ADAL" clId="{4B11DC3E-6102-43F9-98C4-F4F91B378907}" dt="2026-09-17T17:04:41.919" v="62" actId="20577"/>
        <pc:sldMkLst>
          <pc:docMk/>
          <pc:sldMk cId="3905087452" sldId="271"/>
        </pc:sldMkLst>
      </pc:sldChg>
      <pc:sldMasterChg chg="modSldLayout">
        <pc:chgData name="Võ Lê Phước Lâm" userId="d8aa5c43-b243-4a83-93c0-6e5d40316df4" providerId="ADAL" clId="{4B11DC3E-6102-43F9-98C4-F4F91B378907}" dt="2026-09-17T17:04:12.178" v="61" actId="255"/>
        <pc:sldMasterMkLst>
          <pc:docMk/>
          <pc:sldMasterMk cId="0" sldId="2147483648"/>
        </pc:sldMasterMkLst>
        <pc:sldLayoutChg chg="modSp">
          <pc:chgData name="Võ Lê Phước Lâm" userId="d8aa5c43-b243-4a83-93c0-6e5d40316df4" providerId="ADAL" clId="{4B11DC3E-6102-43F9-98C4-F4F91B378907}" dt="2026-09-17T17:04:12.178" v="61" actId="255"/>
          <pc:sldLayoutMkLst>
            <pc:docMk/>
            <pc:sldMasterMk cId="0" sldId="2147483648"/>
            <pc:sldLayoutMk cId="0" sldId="2147483651"/>
          </pc:sldLayoutMkLst>
          <pc:spChg chg="mod">
            <ac:chgData name="Võ Lê Phước Lâm" userId="d8aa5c43-b243-4a83-93c0-6e5d40316df4" providerId="ADAL" clId="{4B11DC3E-6102-43F9-98C4-F4F91B378907}" dt="2026-09-17T17:04:12.178" v="61" actId="255"/>
            <ac:spMkLst>
              <pc:docMk/>
              <pc:sldMasterMk cId="0" sldId="2147483648"/>
              <pc:sldLayoutMk cId="0" sldId="2147483651"/>
              <ac:spMk id="24" creationId="{8696AED8-69B5-40BC-B770-45B7294E2782}"/>
            </ac:spMkLst>
          </pc:spChg>
          <pc:spChg chg="mod">
            <ac:chgData name="Võ Lê Phước Lâm" userId="d8aa5c43-b243-4a83-93c0-6e5d40316df4" providerId="ADAL" clId="{4B11DC3E-6102-43F9-98C4-F4F91B378907}" dt="2026-09-17T17:04:07.195" v="60" actId="255"/>
            <ac:spMkLst>
              <pc:docMk/>
              <pc:sldMasterMk cId="0" sldId="2147483648"/>
              <pc:sldLayoutMk cId="0" sldId="2147483651"/>
              <ac:spMk id="26" creationId="{16ACCE79-E24F-42B1-83F3-6E7C38BBA31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4DEF42-7DB9-4ACE-AE33-62309EDEC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11824-51F4-4EE7-980A-F2CE222A08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0AE9A-26A4-4C02-BECC-BABD4827E26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05A1E-D4AC-4988-8AD3-3A492226C9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843E1-2506-4D69-BBE5-E04C7EDA05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746AD-7C0C-43CA-8FF5-DA3374F9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9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D4334-F1E3-4BAE-B77E-6EBBFF4D91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42767-693B-46B8-9B97-C268CC22A2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UAV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,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cam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bay.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khảo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khoa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RV32IMFA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RV32IA </a:t>
            </a:r>
            <a:r>
              <a:rPr dirty="0" err="1"/>
              <a:t>có</a:t>
            </a:r>
            <a:r>
              <a:rPr dirty="0"/>
              <a:t> cache/coherence.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 RV32IMA </a:t>
            </a:r>
            <a:r>
              <a:rPr dirty="0" err="1"/>
              <a:t>với</a:t>
            </a:r>
            <a:r>
              <a:rPr dirty="0"/>
              <a:t> L1/L2, coherence </a:t>
            </a:r>
            <a:r>
              <a:rPr dirty="0" err="1"/>
              <a:t>và</a:t>
            </a:r>
            <a:r>
              <a:rPr dirty="0"/>
              <a:t> MMU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FPGA. </a:t>
            </a:r>
            <a:r>
              <a:rPr lang="vi-VN" dirty="0"/>
              <a:t>Tránh khẳng định mọi nghiên cứu quốc tế đều chưa giải quyết cache.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F3C4-7A48-45B5-8C50-3ED1F0DDC9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61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RV32I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lệnh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, M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nhân</a:t>
            </a:r>
            <a:r>
              <a:rPr dirty="0"/>
              <a:t>/chia, A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Hai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bao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Verilog .v,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Verilog/</a:t>
            </a:r>
            <a:r>
              <a:rPr dirty="0" err="1"/>
              <a:t>SystemVerilog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 MMU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Sv32 2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PTE/PA </a:t>
            </a:r>
            <a:r>
              <a:rPr dirty="0" err="1"/>
              <a:t>tùy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32 bit,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tuyên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tuân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Sv32.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superpage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A/D,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S/U.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F753-950E-4413-91E8-19B1532E4A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: L1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L2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đệm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, MESI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cache, MMU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. AHB-Lite ở </a:t>
            </a:r>
            <a:r>
              <a:rPr dirty="0" err="1"/>
              <a:t>biên</a:t>
            </a:r>
            <a:r>
              <a:rPr dirty="0"/>
              <a:t> L1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coherence, AXI4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AHB-Lite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bus snoop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coherence_manager</a:t>
            </a:r>
            <a:r>
              <a:rPr dirty="0"/>
              <a:t>; DMA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IP </a:t>
            </a:r>
            <a:r>
              <a:rPr dirty="0" err="1"/>
              <a:t>axi_cdma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Tcl</a:t>
            </a:r>
            <a:r>
              <a:rPr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1AB2-D0CD-4264-959A-77BCF0B988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E2D84-762F-4C88-A484-0B8A51C19D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trái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gồm</a:t>
            </a:r>
            <a:r>
              <a:rPr dirty="0"/>
              <a:t> pipeline, MMU/TLB, cache </a:t>
            </a:r>
            <a:r>
              <a:rPr dirty="0" err="1"/>
              <a:t>và</a:t>
            </a:r>
            <a:r>
              <a:rPr dirty="0"/>
              <a:t> bus;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.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sang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PASS; FAIL quay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. Hai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họa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debug,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ngụ</a:t>
            </a:r>
            <a:r>
              <a:rPr dirty="0"/>
              <a:t> ý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cũng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ở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module. Spike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/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I/M/A,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CSR/trap, MMU hay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Demo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DOCX: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SD qua SPI, DMA </a:t>
            </a:r>
            <a:r>
              <a:rPr dirty="0" err="1"/>
              <a:t>nạp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DRAM, CPU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DRAM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SD;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PASS/FAIL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. FPGA </a:t>
            </a:r>
            <a:r>
              <a:rPr dirty="0" err="1"/>
              <a:t>đích</a:t>
            </a:r>
            <a:r>
              <a:rPr dirty="0"/>
              <a:t> VCU129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395C-C3DC-4837-ACF5-590D7DD4F9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3762-12EA-F5D2-58C6-E087D8B1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C951E-6901-56B7-8804-BF21A9748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0DF30-FA77-CF0A-42B0-71F8895E1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4CEF0-5E97-E315-1D8B-EB0367EFAD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5CD35-408D-027C-1CB7-127AF3E49B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79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E3599-3E36-42D0-872D-D977CA6B8F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C9B12-8E66-4BD2-94A5-26CE565E43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>
            <a:extLst>
              <a:ext uri="{FF2B5EF4-FFF2-40B4-BE49-F238E27FC236}">
                <a16:creationId xmlns:a16="http://schemas.microsoft.com/office/drawing/2014/main" id="{C74B57CF-0C32-47D8-AED7-4B596E27AE0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336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EBBA32E-8EF1-4309-AB0C-4ED2B976D409}" type="datetime1">
              <a:rPr lang="en-US" smtClean="0"/>
              <a:t>9/18/2026</a:t>
            </a:fld>
            <a:endParaRPr/>
          </a:p>
        </p:txBody>
      </p:sp>
      <p:sp>
        <p:nvSpPr>
          <p:cNvPr id="13" name="Google Shape;13;p65">
            <a:extLst>
              <a:ext uri="{FF2B5EF4-FFF2-40B4-BE49-F238E27FC236}">
                <a16:creationId xmlns:a16="http://schemas.microsoft.com/office/drawing/2014/main" id="{0B59968E-A04C-492E-9A4B-F67A3B07834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65">
            <a:extLst>
              <a:ext uri="{FF2B5EF4-FFF2-40B4-BE49-F238E27FC236}">
                <a16:creationId xmlns:a16="http://schemas.microsoft.com/office/drawing/2014/main" id="{BB22804F-6BE2-4C6B-8D96-0C77AF98CA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94104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>
            <a:extLst>
              <a:ext uri="{FF2B5EF4-FFF2-40B4-BE49-F238E27FC236}">
                <a16:creationId xmlns:a16="http://schemas.microsoft.com/office/drawing/2014/main" id="{73B73360-A6F2-4806-8D52-227D7929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7">
            <a:extLst>
              <a:ext uri="{FF2B5EF4-FFF2-40B4-BE49-F238E27FC236}">
                <a16:creationId xmlns:a16="http://schemas.microsoft.com/office/drawing/2014/main" id="{4F81394F-1C26-4991-B6DF-0C50C5B5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7">
            <a:extLst>
              <a:ext uri="{FF2B5EF4-FFF2-40B4-BE49-F238E27FC236}">
                <a16:creationId xmlns:a16="http://schemas.microsoft.com/office/drawing/2014/main" id="{8696AED8-69B5-40BC-B770-45B7294E278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5908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768ED3C-346E-4889-95E4-607DDF05DD9D}" type="datetime1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25" name="Google Shape;25;p67">
            <a:extLst>
              <a:ext uri="{FF2B5EF4-FFF2-40B4-BE49-F238E27FC236}">
                <a16:creationId xmlns:a16="http://schemas.microsoft.com/office/drawing/2014/main" id="{EEF774CA-4412-4BD9-B993-EBAD5F20FA4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7">
            <a:extLst>
              <a:ext uri="{FF2B5EF4-FFF2-40B4-BE49-F238E27FC236}">
                <a16:creationId xmlns:a16="http://schemas.microsoft.com/office/drawing/2014/main" id="{16ACCE79-E24F-42B1-83F3-6E7C38BBA3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89532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800"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>
            <a:extLst>
              <a:ext uri="{FF2B5EF4-FFF2-40B4-BE49-F238E27FC236}">
                <a16:creationId xmlns:a16="http://schemas.microsoft.com/office/drawing/2014/main" id="{FCD343B9-B717-4F30-A562-592FBCF7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8">
            <a:extLst>
              <a:ext uri="{FF2B5EF4-FFF2-40B4-BE49-F238E27FC236}">
                <a16:creationId xmlns:a16="http://schemas.microsoft.com/office/drawing/2014/main" id="{1543D893-AB8D-4CEF-A542-E359370E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8">
            <a:extLst>
              <a:ext uri="{FF2B5EF4-FFF2-40B4-BE49-F238E27FC236}">
                <a16:creationId xmlns:a16="http://schemas.microsoft.com/office/drawing/2014/main" id="{1BE630A9-44CE-4100-AE15-213DF31E96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6567C00-B8C7-4DF9-AE9D-9C7D5E9DD62E}" type="datetime1">
              <a:rPr lang="en-US" smtClean="0"/>
              <a:t>9/18/2026</a:t>
            </a:fld>
            <a:endParaRPr/>
          </a:p>
        </p:txBody>
      </p:sp>
      <p:sp>
        <p:nvSpPr>
          <p:cNvPr id="31" name="Google Shape;31;p68">
            <a:extLst>
              <a:ext uri="{FF2B5EF4-FFF2-40B4-BE49-F238E27FC236}">
                <a16:creationId xmlns:a16="http://schemas.microsoft.com/office/drawing/2014/main" id="{35829F60-5B28-45AC-8558-367599EDD5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8">
            <a:extLst>
              <a:ext uri="{FF2B5EF4-FFF2-40B4-BE49-F238E27FC236}">
                <a16:creationId xmlns:a16="http://schemas.microsoft.com/office/drawing/2014/main" id="{FD921911-21E2-43D9-9EA4-5FD5DC2FB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>
            <a:extLst>
              <a:ext uri="{FF2B5EF4-FFF2-40B4-BE49-F238E27FC236}">
                <a16:creationId xmlns:a16="http://schemas.microsoft.com/office/drawing/2014/main" id="{C3A73EC1-6B0B-43D7-A166-7FDBA317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9">
            <a:extLst>
              <a:ext uri="{FF2B5EF4-FFF2-40B4-BE49-F238E27FC236}">
                <a16:creationId xmlns:a16="http://schemas.microsoft.com/office/drawing/2014/main" id="{ECFD2AD4-A8AD-4B84-A72D-62D15D4C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9">
            <a:extLst>
              <a:ext uri="{FF2B5EF4-FFF2-40B4-BE49-F238E27FC236}">
                <a16:creationId xmlns:a16="http://schemas.microsoft.com/office/drawing/2014/main" id="{E6C566FE-0384-4320-9E4C-B1F67794FA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9">
            <a:extLst>
              <a:ext uri="{FF2B5EF4-FFF2-40B4-BE49-F238E27FC236}">
                <a16:creationId xmlns:a16="http://schemas.microsoft.com/office/drawing/2014/main" id="{926CF0E4-797F-47A6-AAE1-2033AFB34F4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42DC62D-0143-4EF9-BD4D-4FBDA9B922FB}" type="datetime1">
              <a:rPr lang="en-US" smtClean="0"/>
              <a:t>9/18/2026</a:t>
            </a:fld>
            <a:endParaRPr/>
          </a:p>
        </p:txBody>
      </p:sp>
      <p:sp>
        <p:nvSpPr>
          <p:cNvPr id="38" name="Google Shape;38;p69">
            <a:extLst>
              <a:ext uri="{FF2B5EF4-FFF2-40B4-BE49-F238E27FC236}">
                <a16:creationId xmlns:a16="http://schemas.microsoft.com/office/drawing/2014/main" id="{A10ABA25-A7E1-4AC2-A2CA-E8E9666271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>
            <a:extLst>
              <a:ext uri="{FF2B5EF4-FFF2-40B4-BE49-F238E27FC236}">
                <a16:creationId xmlns:a16="http://schemas.microsoft.com/office/drawing/2014/main" id="{A64449F5-C04E-48A2-85FC-C78BE114D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>
            <a:extLst>
              <a:ext uri="{FF2B5EF4-FFF2-40B4-BE49-F238E27FC236}">
                <a16:creationId xmlns:a16="http://schemas.microsoft.com/office/drawing/2014/main" id="{BC7A33FE-4883-4B57-A086-B88CFBEF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0">
            <a:extLst>
              <a:ext uri="{FF2B5EF4-FFF2-40B4-BE49-F238E27FC236}">
                <a16:creationId xmlns:a16="http://schemas.microsoft.com/office/drawing/2014/main" id="{3F5BEDD3-845C-441C-904C-FF6F0E64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0">
            <a:extLst>
              <a:ext uri="{FF2B5EF4-FFF2-40B4-BE49-F238E27FC236}">
                <a16:creationId xmlns:a16="http://schemas.microsoft.com/office/drawing/2014/main" id="{9B9AC6E2-DD57-4A0A-A9D0-97238262A6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0">
            <a:extLst>
              <a:ext uri="{FF2B5EF4-FFF2-40B4-BE49-F238E27FC236}">
                <a16:creationId xmlns:a16="http://schemas.microsoft.com/office/drawing/2014/main" id="{9925AB7E-E501-4ACF-AAA6-E7F8964771A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0">
            <a:extLst>
              <a:ext uri="{FF2B5EF4-FFF2-40B4-BE49-F238E27FC236}">
                <a16:creationId xmlns:a16="http://schemas.microsoft.com/office/drawing/2014/main" id="{1C86BF82-2689-4B73-BB70-120D26EC72F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0">
            <a:extLst>
              <a:ext uri="{FF2B5EF4-FFF2-40B4-BE49-F238E27FC236}">
                <a16:creationId xmlns:a16="http://schemas.microsoft.com/office/drawing/2014/main" id="{9CEA7117-B3FF-475B-B4F8-6E3F1721979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E35D502-086A-4DE9-8FC0-6031A8C02E9B}" type="datetime1">
              <a:rPr lang="en-US" smtClean="0"/>
              <a:t>9/18/2026</a:t>
            </a:fld>
            <a:endParaRPr/>
          </a:p>
        </p:txBody>
      </p:sp>
      <p:sp>
        <p:nvSpPr>
          <p:cNvPr id="47" name="Google Shape;47;p70">
            <a:extLst>
              <a:ext uri="{FF2B5EF4-FFF2-40B4-BE49-F238E27FC236}">
                <a16:creationId xmlns:a16="http://schemas.microsoft.com/office/drawing/2014/main" id="{7D0360EF-FF4A-4457-BF69-37B5F3E140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>
            <a:extLst>
              <a:ext uri="{FF2B5EF4-FFF2-40B4-BE49-F238E27FC236}">
                <a16:creationId xmlns:a16="http://schemas.microsoft.com/office/drawing/2014/main" id="{B97F3D5C-0A17-41D3-9D7C-D2649F42EF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>
            <a:extLst>
              <a:ext uri="{FF2B5EF4-FFF2-40B4-BE49-F238E27FC236}">
                <a16:creationId xmlns:a16="http://schemas.microsoft.com/office/drawing/2014/main" id="{33F61148-238B-4038-9A77-71987276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1">
            <a:extLst>
              <a:ext uri="{FF2B5EF4-FFF2-40B4-BE49-F238E27FC236}">
                <a16:creationId xmlns:a16="http://schemas.microsoft.com/office/drawing/2014/main" id="{8D34D264-8B3D-4AA9-B65B-E61C217DA41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AD51E1E-129A-4295-8264-7F7B1626B94B}" type="datetime1">
              <a:rPr lang="en-US" smtClean="0"/>
              <a:t>9/18/2026</a:t>
            </a:fld>
            <a:endParaRPr/>
          </a:p>
        </p:txBody>
      </p:sp>
      <p:sp>
        <p:nvSpPr>
          <p:cNvPr id="52" name="Google Shape;52;p71">
            <a:extLst>
              <a:ext uri="{FF2B5EF4-FFF2-40B4-BE49-F238E27FC236}">
                <a16:creationId xmlns:a16="http://schemas.microsoft.com/office/drawing/2014/main" id="{B729DCCC-B420-4BAD-B619-6A2D7929AD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>
            <a:extLst>
              <a:ext uri="{FF2B5EF4-FFF2-40B4-BE49-F238E27FC236}">
                <a16:creationId xmlns:a16="http://schemas.microsoft.com/office/drawing/2014/main" id="{AC9FADC3-F3A3-4559-9E3F-321371F553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>
            <a:extLst>
              <a:ext uri="{FF2B5EF4-FFF2-40B4-BE49-F238E27FC236}">
                <a16:creationId xmlns:a16="http://schemas.microsoft.com/office/drawing/2014/main" id="{67058512-6929-4CEA-853C-FDCDC1C2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2">
            <a:extLst>
              <a:ext uri="{FF2B5EF4-FFF2-40B4-BE49-F238E27FC236}">
                <a16:creationId xmlns:a16="http://schemas.microsoft.com/office/drawing/2014/main" id="{F2C6D176-3971-49B9-B3E9-2FAD2A66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2">
            <a:extLst>
              <a:ext uri="{FF2B5EF4-FFF2-40B4-BE49-F238E27FC236}">
                <a16:creationId xmlns:a16="http://schemas.microsoft.com/office/drawing/2014/main" id="{586E3F69-09F5-489D-995C-A0B52119E4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2">
            <a:extLst>
              <a:ext uri="{FF2B5EF4-FFF2-40B4-BE49-F238E27FC236}">
                <a16:creationId xmlns:a16="http://schemas.microsoft.com/office/drawing/2014/main" id="{9E3E83EE-7634-4EDA-97E5-12035C4B7C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F994B78-D16A-454A-A875-CE3432FD6125}" type="datetime1">
              <a:rPr lang="en-US" smtClean="0"/>
              <a:t>9/18/2026</a:t>
            </a:fld>
            <a:endParaRPr/>
          </a:p>
        </p:txBody>
      </p:sp>
      <p:sp>
        <p:nvSpPr>
          <p:cNvPr id="59" name="Google Shape;59;p72">
            <a:extLst>
              <a:ext uri="{FF2B5EF4-FFF2-40B4-BE49-F238E27FC236}">
                <a16:creationId xmlns:a16="http://schemas.microsoft.com/office/drawing/2014/main" id="{81B7D178-31FB-42FB-A7BF-D75A02A873D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>
            <a:extLst>
              <a:ext uri="{FF2B5EF4-FFF2-40B4-BE49-F238E27FC236}">
                <a16:creationId xmlns:a16="http://schemas.microsoft.com/office/drawing/2014/main" id="{3565693E-1147-42C2-B745-FDF9CD857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>
            <a:extLst>
              <a:ext uri="{FF2B5EF4-FFF2-40B4-BE49-F238E27FC236}">
                <a16:creationId xmlns:a16="http://schemas.microsoft.com/office/drawing/2014/main" id="{3509ADB1-6638-4126-84B3-008CE8A4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3">
            <a:extLst>
              <a:ext uri="{FF2B5EF4-FFF2-40B4-BE49-F238E27FC236}">
                <a16:creationId xmlns:a16="http://schemas.microsoft.com/office/drawing/2014/main" id="{BD7E749F-2494-4689-AE32-6761DB4389B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Google Shape;64;p73">
            <a:extLst>
              <a:ext uri="{FF2B5EF4-FFF2-40B4-BE49-F238E27FC236}">
                <a16:creationId xmlns:a16="http://schemas.microsoft.com/office/drawing/2014/main" id="{1F95764F-2F6C-4EC2-8201-DF2E02F1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73">
            <a:extLst>
              <a:ext uri="{FF2B5EF4-FFF2-40B4-BE49-F238E27FC236}">
                <a16:creationId xmlns:a16="http://schemas.microsoft.com/office/drawing/2014/main" id="{BA3F57A4-9C69-4EC2-9E35-B916277C2D4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A5941FE-A0B9-471B-9D82-78A8CFD2FA28}" type="datetime1">
              <a:rPr lang="en-US" smtClean="0"/>
              <a:t>9/18/2026</a:t>
            </a:fld>
            <a:endParaRPr/>
          </a:p>
        </p:txBody>
      </p:sp>
      <p:sp>
        <p:nvSpPr>
          <p:cNvPr id="66" name="Google Shape;66;p73">
            <a:extLst>
              <a:ext uri="{FF2B5EF4-FFF2-40B4-BE49-F238E27FC236}">
                <a16:creationId xmlns:a16="http://schemas.microsoft.com/office/drawing/2014/main" id="{C2A0F88B-954A-44B2-BF7A-B0AEF1D1CD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>
            <a:extLst>
              <a:ext uri="{FF2B5EF4-FFF2-40B4-BE49-F238E27FC236}">
                <a16:creationId xmlns:a16="http://schemas.microsoft.com/office/drawing/2014/main" id="{8A00C873-35B4-4A07-ADD9-51986FF187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>
            <a:extLst>
              <a:ext uri="{FF2B5EF4-FFF2-40B4-BE49-F238E27FC236}">
                <a16:creationId xmlns:a16="http://schemas.microsoft.com/office/drawing/2014/main" id="{0D714272-21BE-440D-99C9-7485C917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>
            <a:extLst>
              <a:ext uri="{FF2B5EF4-FFF2-40B4-BE49-F238E27FC236}">
                <a16:creationId xmlns:a16="http://schemas.microsoft.com/office/drawing/2014/main" id="{5103459F-09BD-47C8-BD14-C3624FC4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4">
            <a:extLst>
              <a:ext uri="{FF2B5EF4-FFF2-40B4-BE49-F238E27FC236}">
                <a16:creationId xmlns:a16="http://schemas.microsoft.com/office/drawing/2014/main" id="{877748D2-5A6C-45F0-B47F-1E311D31D78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7997FC3-EB3A-432F-A64B-9906ACDAE3F8}" type="datetime1">
              <a:rPr lang="en-US" smtClean="0"/>
              <a:t>9/18/2026</a:t>
            </a:fld>
            <a:endParaRPr/>
          </a:p>
        </p:txBody>
      </p:sp>
      <p:sp>
        <p:nvSpPr>
          <p:cNvPr id="72" name="Google Shape;72;p74">
            <a:extLst>
              <a:ext uri="{FF2B5EF4-FFF2-40B4-BE49-F238E27FC236}">
                <a16:creationId xmlns:a16="http://schemas.microsoft.com/office/drawing/2014/main" id="{042FE8EB-3F95-43BC-B19E-B2467DC027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>
            <a:extLst>
              <a:ext uri="{FF2B5EF4-FFF2-40B4-BE49-F238E27FC236}">
                <a16:creationId xmlns:a16="http://schemas.microsoft.com/office/drawing/2014/main" id="{296FC556-C898-46C1-9D36-1EA7AF8629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>
            <a:extLst>
              <a:ext uri="{FF2B5EF4-FFF2-40B4-BE49-F238E27FC236}">
                <a16:creationId xmlns:a16="http://schemas.microsoft.com/office/drawing/2014/main" id="{8816A78B-3EA4-4B94-BBA0-EEB0B3C1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5">
            <a:extLst>
              <a:ext uri="{FF2B5EF4-FFF2-40B4-BE49-F238E27FC236}">
                <a16:creationId xmlns:a16="http://schemas.microsoft.com/office/drawing/2014/main" id="{C0B79456-ED65-4DC5-ABBC-EA12605C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5">
            <a:extLst>
              <a:ext uri="{FF2B5EF4-FFF2-40B4-BE49-F238E27FC236}">
                <a16:creationId xmlns:a16="http://schemas.microsoft.com/office/drawing/2014/main" id="{095871A5-5717-41EC-B0A1-F0CC764E731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3F5A07C-DEFC-4001-B8F0-4194489069CB}" type="datetime1">
              <a:rPr lang="en-US" smtClean="0"/>
              <a:t>9/18/2026</a:t>
            </a:fld>
            <a:endParaRPr/>
          </a:p>
        </p:txBody>
      </p:sp>
      <p:sp>
        <p:nvSpPr>
          <p:cNvPr id="78" name="Google Shape;78;p75">
            <a:extLst>
              <a:ext uri="{FF2B5EF4-FFF2-40B4-BE49-F238E27FC236}">
                <a16:creationId xmlns:a16="http://schemas.microsoft.com/office/drawing/2014/main" id="{F9C57157-6970-4DDB-B4B4-63F1915C9C7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5">
            <a:extLst>
              <a:ext uri="{FF2B5EF4-FFF2-40B4-BE49-F238E27FC236}">
                <a16:creationId xmlns:a16="http://schemas.microsoft.com/office/drawing/2014/main" id="{85C41256-5BCB-4696-83DF-012B5DEEF8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36214" y="0"/>
            <a:ext cx="950615" cy="10287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46870" y="0"/>
            <a:ext cx="950615" cy="10287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2658049" y="6721583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885387"/>
            <a:ext cx="13716000" cy="35814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9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7262339" y="364604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6719978" y="197907"/>
            <a:ext cx="4848045" cy="1152591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8313083"/>
            <a:ext cx="13716000" cy="7786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7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5425" y="2325105"/>
            <a:ext cx="3548576" cy="5715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24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0" y="6464524"/>
            <a:ext cx="5082363" cy="5715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24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500360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2166349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4605" y="9534526"/>
            <a:ext cx="4114800" cy="547688"/>
          </a:xfrm>
        </p:spPr>
        <p:txBody>
          <a:bodyPr/>
          <a:lstStyle/>
          <a:p>
            <a:fld id="{ACF17CAC-8297-FC4A-82FA-F61255D7A70E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48975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36214" y="0"/>
            <a:ext cx="6084590" cy="10287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46870" y="0"/>
            <a:ext cx="2707175" cy="10287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2658049" y="6721583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6719978" y="197907"/>
            <a:ext cx="4848045" cy="1152591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7262339" y="364604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498427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705232" y="2175642"/>
            <a:ext cx="15315942" cy="6434481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705232" y="2175642"/>
            <a:ext cx="15315942" cy="6434481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43" y="3638074"/>
            <a:ext cx="13766322" cy="225893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81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44" y="6162347"/>
            <a:ext cx="8347253" cy="1112888"/>
          </a:xfrm>
        </p:spPr>
        <p:txBody>
          <a:bodyPr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80044" y="841915"/>
            <a:ext cx="3078956" cy="2678906"/>
          </a:xfrm>
        </p:spPr>
        <p:txBody>
          <a:bodyPr>
            <a:noAutofit/>
          </a:bodyPr>
          <a:lstStyle>
            <a:lvl1pPr marL="0" indent="0">
              <a:buNone/>
              <a:defRPr sz="1725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1191736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807576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815207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635820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790963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847790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348463"/>
            <a:ext cx="16470000" cy="1261847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284" y="3009316"/>
            <a:ext cx="7965000" cy="62561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4000" y="3009316"/>
            <a:ext cx="7965000" cy="62561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1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337843"/>
            <a:ext cx="16470000" cy="1483934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002" y="2988882"/>
            <a:ext cx="7965000" cy="964554"/>
          </a:xfrm>
        </p:spPr>
        <p:txBody>
          <a:bodyPr anchor="ctr"/>
          <a:lstStyle>
            <a:lvl1pPr marL="0" indent="0">
              <a:buNone/>
              <a:defRPr sz="36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002" y="4120543"/>
            <a:ext cx="7965000" cy="5163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4000" y="2988882"/>
            <a:ext cx="7965000" cy="964554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36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4000" y="4120543"/>
            <a:ext cx="7965000" cy="5163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6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466985"/>
            <a:ext cx="16470000" cy="1479600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86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35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1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231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40" y="1872298"/>
            <a:ext cx="6172199" cy="2099381"/>
          </a:xfrm>
        </p:spPr>
        <p:txBody>
          <a:bodyPr anchor="ctr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871236"/>
            <a:ext cx="9487557" cy="718283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5840" y="4165603"/>
            <a:ext cx="6172199" cy="49003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12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40" y="1906049"/>
            <a:ext cx="6172199" cy="1743270"/>
          </a:xfrm>
        </p:spPr>
        <p:txBody>
          <a:bodyPr anchor="ctr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06049"/>
            <a:ext cx="9487557" cy="719474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5840" y="3842181"/>
            <a:ext cx="6172199" cy="5258610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12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394642"/>
            <a:ext cx="15773400" cy="1164822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688607"/>
            <a:ext cx="15773400" cy="6576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24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1557632"/>
            <a:ext cx="3943350" cy="7707813"/>
          </a:xfrm>
        </p:spPr>
        <p:txBody>
          <a:bodyPr vert="eaVert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1557632"/>
            <a:ext cx="11601450" cy="7707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>
            <a:extLst>
              <a:ext uri="{FF2B5EF4-FFF2-40B4-BE49-F238E27FC236}">
                <a16:creationId xmlns:a16="http://schemas.microsoft.com/office/drawing/2014/main" id="{BD1F16B6-9994-4945-8F13-8B8D2692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4">
            <a:extLst>
              <a:ext uri="{FF2B5EF4-FFF2-40B4-BE49-F238E27FC236}">
                <a16:creationId xmlns:a16="http://schemas.microsoft.com/office/drawing/2014/main" id="{57CE1742-94B0-447A-89AB-BE98C11D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64">
            <a:extLst>
              <a:ext uri="{FF2B5EF4-FFF2-40B4-BE49-F238E27FC236}">
                <a16:creationId xmlns:a16="http://schemas.microsoft.com/office/drawing/2014/main" id="{8D980AC8-2F2D-4901-B6BB-EDC82B03E0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BBD77B81-646D-488F-BE8D-2CAA9DA7A2B1}" type="datetime1">
              <a:rPr lang="en-US" smtClean="0"/>
              <a:t>9/18/2026</a:t>
            </a:fld>
            <a:endParaRPr/>
          </a:p>
        </p:txBody>
      </p:sp>
      <p:sp>
        <p:nvSpPr>
          <p:cNvPr id="9" name="Google Shape;9;p64">
            <a:extLst>
              <a:ext uri="{FF2B5EF4-FFF2-40B4-BE49-F238E27FC236}">
                <a16:creationId xmlns:a16="http://schemas.microsoft.com/office/drawing/2014/main" id="{9C7C7118-0817-4BFD-A08B-B1D8C828F32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64">
            <a:extLst>
              <a:ext uri="{FF2B5EF4-FFF2-40B4-BE49-F238E27FC236}">
                <a16:creationId xmlns:a16="http://schemas.microsoft.com/office/drawing/2014/main" id="{BDF890DE-63EB-425F-BAD1-3168563CBC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2314665"/>
            <a:ext cx="1828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>
                <a:solidFill>
                  <a:srgbClr val="C3C3C3"/>
                </a:solidFill>
              </a:rPr>
              <a:t>www.9slide.vn</a:t>
            </a:r>
            <a:endParaRPr lang="en-VN" sz="3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22313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B2DCE872-5EC7-FDE7-A471-67B7338CD750}"/>
              </a:ext>
            </a:extLst>
          </p:cNvPr>
          <p:cNvSpPr>
            <a:spLocks noGrp="1"/>
          </p:cNvSpPr>
          <p:nvPr/>
        </p:nvSpPr>
        <p:spPr>
          <a:xfrm>
            <a:off x="-36213" y="0"/>
            <a:ext cx="789388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F209E95F-FC29-42FA-0AB7-934A412D145F}"/>
              </a:ext>
            </a:extLst>
          </p:cNvPr>
          <p:cNvSpPr>
            <a:spLocks noGrp="1"/>
          </p:cNvSpPr>
          <p:nvPr/>
        </p:nvSpPr>
        <p:spPr>
          <a:xfrm rot="10800000" flipH="1">
            <a:off x="-46871" y="0"/>
            <a:ext cx="714044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50" r="-2951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97421035-DF72-0EE9-42AB-BB512D0EACCC}"/>
              </a:ext>
            </a:extLst>
          </p:cNvPr>
          <p:cNvSpPr>
            <a:spLocks noGrp="1"/>
          </p:cNvSpPr>
          <p:nvPr/>
        </p:nvSpPr>
        <p:spPr>
          <a:xfrm rot="16200000">
            <a:off x="-2734402" y="6615396"/>
            <a:ext cx="6259599" cy="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 sz="2200"/>
          </a:p>
        </p:txBody>
      </p: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2865E276-16FB-9F77-A512-ABE50A4B8220}"/>
              </a:ext>
            </a:extLst>
          </p:cNvPr>
          <p:cNvSpPr>
            <a:spLocks noGrp="1"/>
          </p:cNvSpPr>
          <p:nvPr/>
        </p:nvSpPr>
        <p:spPr>
          <a:xfrm>
            <a:off x="6719978" y="445698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0495937E-9E77-B490-2BE5-AEDF4E6CB720}"/>
              </a:ext>
            </a:extLst>
          </p:cNvPr>
          <p:cNvSpPr>
            <a:spLocks noGrp="1"/>
          </p:cNvSpPr>
          <p:nvPr/>
        </p:nvSpPr>
        <p:spPr>
          <a:xfrm>
            <a:off x="6807463" y="523733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087584D7-002B-886B-5EB8-D820F4F91E63}"/>
              </a:ext>
            </a:extLst>
          </p:cNvPr>
          <p:cNvSpPr>
            <a:spLocks noGrp="1"/>
          </p:cNvSpPr>
          <p:nvPr/>
        </p:nvSpPr>
        <p:spPr>
          <a:xfrm>
            <a:off x="9436446" y="350307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46003153-ED0F-8790-E89B-1E619EE381FE}"/>
              </a:ext>
            </a:extLst>
          </p:cNvPr>
          <p:cNvSpPr>
            <a:spLocks noGrp="1"/>
          </p:cNvSpPr>
          <p:nvPr/>
        </p:nvSpPr>
        <p:spPr>
          <a:xfrm>
            <a:off x="7688248" y="385842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BẢO VỆ ĐỀ CƯƠNG KHÓA LUẬN TỐT NGHIỆP">
            <a:extLst>
              <a:ext uri="{FF2B5EF4-FFF2-40B4-BE49-F238E27FC236}">
                <a16:creationId xmlns:a16="http://schemas.microsoft.com/office/drawing/2014/main" id="{89A9B6D1-6F3F-4CA7-9D33-4AFD6F7BB69B}"/>
              </a:ext>
            </a:extLst>
          </p:cNvPr>
          <p:cNvSpPr>
            <a:spLocks noGrp="1"/>
          </p:cNvSpPr>
          <p:nvPr/>
        </p:nvSpPr>
        <p:spPr>
          <a:xfrm>
            <a:off x="2047875" y="2571750"/>
            <a:ext cx="1466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079D9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9D93"/>
                </a:solidFill>
                <a:latin typeface="Arial"/>
                <a:ea typeface="Arial"/>
                <a:cs typeface="Arial"/>
              </a:rPr>
              <a:t>BẢO VỆ ĐỀ CƯƠNG KHÓA LUẬN TỐT NGHIỆP</a:t>
            </a:r>
          </a:p>
        </p:txBody>
      </p:sp>
      <p:sp>
        <p:nvSpPr>
          <p:cNvPr id="99" name="THIẾT KẾ BỘ VI XỬ LÝ 4 LÕI RISC-V&#10;DỰA TRÊN KIẾN TRÚC TẬP LỆNH RV32IMA">
            <a:extLst>
              <a:ext uri="{FF2B5EF4-FFF2-40B4-BE49-F238E27FC236}">
                <a16:creationId xmlns:a16="http://schemas.microsoft.com/office/drawing/2014/main" id="{9EBB4BB5-32DD-41BC-B570-A1CD3383BE3D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5240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 KẾ BỘ VI XỬ LÝ 4 LÕI RISC-V</a:t>
            </a:r>
          </a:p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DỰA TRÊN KIẾN TRÚC TẬP LỆNH RV32IMA</a:t>
            </a:r>
          </a:p>
        </p:txBody>
      </p:sp>
      <p:sp>
        <p:nvSpPr>
          <p:cNvPr id="100" name="GVHD: TS. Nguyễn Minh Sơn">
            <a:extLst>
              <a:ext uri="{FF2B5EF4-FFF2-40B4-BE49-F238E27FC236}">
                <a16:creationId xmlns:a16="http://schemas.microsoft.com/office/drawing/2014/main" id="{6FACAEBC-C45F-4D5B-81EC-8EFA6CA38B09}"/>
              </a:ext>
            </a:extLst>
          </p:cNvPr>
          <p:cNvSpPr>
            <a:spLocks noGrp="1"/>
          </p:cNvSpPr>
          <p:nvPr/>
        </p:nvSpPr>
        <p:spPr>
          <a:xfrm>
            <a:off x="2190750" y="6191250"/>
            <a:ext cx="1419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GVHD: TS. Nguyễn Minh Sơn</a:t>
            </a:r>
          </a:p>
        </p:txBody>
      </p:sp>
      <p:sp>
        <p:nvSpPr>
          <p:cNvPr id="101" name="Vũ Thành Lam">
            <a:extLst>
              <a:ext uri="{FF2B5EF4-FFF2-40B4-BE49-F238E27FC236}">
                <a16:creationId xmlns:a16="http://schemas.microsoft.com/office/drawing/2014/main" id="{37717B85-FEE2-45EB-A3B3-604C2F809ECF}"/>
              </a:ext>
            </a:extLst>
          </p:cNvPr>
          <p:cNvSpPr>
            <a:spLocks noGrp="1"/>
          </p:cNvSpPr>
          <p:nvPr/>
        </p:nvSpPr>
        <p:spPr>
          <a:xfrm>
            <a:off x="2190750" y="7067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Vũ Thành Lam</a:t>
            </a:r>
          </a:p>
        </p:txBody>
      </p:sp>
      <p:sp>
        <p:nvSpPr>
          <p:cNvPr id="102" name="23520840">
            <a:extLst>
              <a:ext uri="{FF2B5EF4-FFF2-40B4-BE49-F238E27FC236}">
                <a16:creationId xmlns:a16="http://schemas.microsoft.com/office/drawing/2014/main" id="{2FFA0DE1-5C80-4AB2-98B3-C0E6CA7A56E7}"/>
              </a:ext>
            </a:extLst>
          </p:cNvPr>
          <p:cNvSpPr>
            <a:spLocks noGrp="1"/>
          </p:cNvSpPr>
          <p:nvPr/>
        </p:nvSpPr>
        <p:spPr>
          <a:xfrm>
            <a:off x="8763000" y="7067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23520840</a:t>
            </a:r>
          </a:p>
        </p:txBody>
      </p:sp>
      <p:sp>
        <p:nvSpPr>
          <p:cNvPr id="103" name="Võ Lê Phước Lâm">
            <a:extLst>
              <a:ext uri="{FF2B5EF4-FFF2-40B4-BE49-F238E27FC236}">
                <a16:creationId xmlns:a16="http://schemas.microsoft.com/office/drawing/2014/main" id="{A968B7E6-8479-4105-8097-605570E36949}"/>
              </a:ext>
            </a:extLst>
          </p:cNvPr>
          <p:cNvSpPr>
            <a:spLocks noGrp="1"/>
          </p:cNvSpPr>
          <p:nvPr/>
        </p:nvSpPr>
        <p:spPr>
          <a:xfrm>
            <a:off x="2190750" y="7829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Võ Lê Phước Lâm</a:t>
            </a:r>
          </a:p>
        </p:txBody>
      </p:sp>
      <p:sp>
        <p:nvSpPr>
          <p:cNvPr id="104" name="23520838">
            <a:extLst>
              <a:ext uri="{FF2B5EF4-FFF2-40B4-BE49-F238E27FC236}">
                <a16:creationId xmlns:a16="http://schemas.microsoft.com/office/drawing/2014/main" id="{0F8029E9-874B-4DEF-BDA4-512F15FAB9E3}"/>
              </a:ext>
            </a:extLst>
          </p:cNvPr>
          <p:cNvSpPr>
            <a:spLocks noGrp="1"/>
          </p:cNvSpPr>
          <p:nvPr/>
        </p:nvSpPr>
        <p:spPr>
          <a:xfrm>
            <a:off x="8763000" y="7829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23520838</a:t>
            </a:r>
          </a:p>
        </p:txBody>
      </p:sp>
      <p:sp>
        <p:nvSpPr>
          <p:cNvPr id="105" name="TP. Hồ Chí Minh, tháng 9 năm 2026">
            <a:extLst>
              <a:ext uri="{FF2B5EF4-FFF2-40B4-BE49-F238E27FC236}">
                <a16:creationId xmlns:a16="http://schemas.microsoft.com/office/drawing/2014/main" id="{697595B4-7036-474C-888E-0A00DE7FDADC}"/>
              </a:ext>
            </a:extLst>
          </p:cNvPr>
          <p:cNvSpPr>
            <a:spLocks noGrp="1"/>
          </p:cNvSpPr>
          <p:nvPr/>
        </p:nvSpPr>
        <p:spPr>
          <a:xfrm>
            <a:off x="2190750" y="9220200"/>
            <a:ext cx="1419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TP.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Hồ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Chí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Minh,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tháng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9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năm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28728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F9E7DED-0DB0-4282-BF4D-FC26645BBC22}"/>
              </a:ext>
            </a:extLst>
          </p:cNvPr>
          <p:cNvSpPr txBox="1">
            <a:spLocks/>
          </p:cNvSpPr>
          <p:nvPr/>
        </p:nvSpPr>
        <p:spPr>
          <a:xfrm>
            <a:off x="1145654" y="1357009"/>
            <a:ext cx="4398079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VN" sz="44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29676">
                        <a:lumMod val="75000"/>
                      </a:srgbClr>
                    </a:gs>
                    <a:gs pos="100000">
                      <a:srgbClr val="38EF7D">
                        <a:lumMod val="7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Nội dung báo cáo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B01CDE-233D-47EB-ADD5-F4635C030367}"/>
              </a:ext>
            </a:extLst>
          </p:cNvPr>
          <p:cNvGrpSpPr/>
          <p:nvPr/>
        </p:nvGrpSpPr>
        <p:grpSpPr>
          <a:xfrm>
            <a:off x="2369697" y="2322023"/>
            <a:ext cx="10637101" cy="1240553"/>
            <a:chOff x="1033164" y="2094865"/>
            <a:chExt cx="8368546" cy="948373"/>
          </a:xfrm>
        </p:grpSpPr>
        <p:sp>
          <p:nvSpPr>
            <p:cNvPr id="38" name="Rounded Rectangle 6">
              <a:extLst>
                <a:ext uri="{FF2B5EF4-FFF2-40B4-BE49-F238E27FC236}">
                  <a16:creationId xmlns:a16="http://schemas.microsoft.com/office/drawing/2014/main" id="{5A81827F-8D8C-4A4F-A583-25727C93D84F}"/>
                </a:ext>
              </a:extLst>
            </p:cNvPr>
            <p:cNvSpPr/>
            <p:nvPr/>
          </p:nvSpPr>
          <p:spPr>
            <a:xfrm>
              <a:off x="1033164" y="2094865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D49AE86-094A-4598-894E-1881F097F434}"/>
                </a:ext>
              </a:extLst>
            </p:cNvPr>
            <p:cNvSpPr/>
            <p:nvPr/>
          </p:nvSpPr>
          <p:spPr>
            <a:xfrm>
              <a:off x="1193006" y="2265441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D8C522E-BE00-4BE2-AA5C-F7AB0B9506F2}"/>
                </a:ext>
              </a:extLst>
            </p:cNvPr>
            <p:cNvSpPr txBox="1"/>
            <p:nvPr/>
          </p:nvSpPr>
          <p:spPr>
            <a:xfrm>
              <a:off x="1862399" y="2333763"/>
              <a:ext cx="6940941" cy="4705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Tổng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quan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đề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tài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6A9963-4073-4282-BC0C-DFF858B5E968}"/>
              </a:ext>
            </a:extLst>
          </p:cNvPr>
          <p:cNvGrpSpPr/>
          <p:nvPr/>
        </p:nvGrpSpPr>
        <p:grpSpPr>
          <a:xfrm>
            <a:off x="2369697" y="3896711"/>
            <a:ext cx="10637101" cy="1172924"/>
            <a:chOff x="1033164" y="3239499"/>
            <a:chExt cx="8368546" cy="948373"/>
          </a:xfrm>
        </p:grpSpPr>
        <p:sp>
          <p:nvSpPr>
            <p:cNvPr id="42" name="Rounded Rectangle 10">
              <a:extLst>
                <a:ext uri="{FF2B5EF4-FFF2-40B4-BE49-F238E27FC236}">
                  <a16:creationId xmlns:a16="http://schemas.microsoft.com/office/drawing/2014/main" id="{972E0192-B3B0-4B3E-ABF4-AF60CB824401}"/>
                </a:ext>
              </a:extLst>
            </p:cNvPr>
            <p:cNvSpPr/>
            <p:nvPr/>
          </p:nvSpPr>
          <p:spPr>
            <a:xfrm>
              <a:off x="1033164" y="3239499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029676">
                <a:lumMod val="75000"/>
              </a:srgbClr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3EBFC7A-2D58-44DD-9A5C-CA25837E82EB}"/>
                </a:ext>
              </a:extLst>
            </p:cNvPr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B3D791-7213-40CB-89BB-FA855C1C357D}"/>
                </a:ext>
              </a:extLst>
            </p:cNvPr>
            <p:cNvSpPr txBox="1"/>
            <p:nvPr/>
          </p:nvSpPr>
          <p:spPr>
            <a:xfrm>
              <a:off x="1862399" y="3464830"/>
              <a:ext cx="6609248" cy="4977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Mục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tiêu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đề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tài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95A474-40DF-40EA-807E-5393B4F826F1}"/>
              </a:ext>
            </a:extLst>
          </p:cNvPr>
          <p:cNvGrpSpPr/>
          <p:nvPr/>
        </p:nvGrpSpPr>
        <p:grpSpPr>
          <a:xfrm>
            <a:off x="2369697" y="5403770"/>
            <a:ext cx="10637101" cy="1152591"/>
            <a:chOff x="1033164" y="4431224"/>
            <a:chExt cx="8368546" cy="948373"/>
          </a:xfrm>
        </p:grpSpPr>
        <p:sp>
          <p:nvSpPr>
            <p:cNvPr id="46" name="Rounded Rectangle 6">
              <a:extLst>
                <a:ext uri="{FF2B5EF4-FFF2-40B4-BE49-F238E27FC236}">
                  <a16:creationId xmlns:a16="http://schemas.microsoft.com/office/drawing/2014/main" id="{1A6B4BE4-3DBB-4973-BC86-E5129EB257E6}"/>
                </a:ext>
              </a:extLst>
            </p:cNvPr>
            <p:cNvSpPr/>
            <p:nvPr/>
          </p:nvSpPr>
          <p:spPr>
            <a:xfrm>
              <a:off x="1033164" y="4431224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2A2C4E-CB8C-4734-9438-E52F27CD25D5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3</a:t>
              </a:r>
              <a:endParaRPr kumimoji="0" lang="en-V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2F57C2-FEB9-4C43-A8D0-211DC93049B6}"/>
                </a:ext>
              </a:extLst>
            </p:cNvPr>
            <p:cNvSpPr txBox="1"/>
            <p:nvPr/>
          </p:nvSpPr>
          <p:spPr>
            <a:xfrm>
              <a:off x="1862400" y="4652166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400" kern="0" dirty="0" err="1">
                  <a:solidFill>
                    <a:srgbClr val="000000"/>
                  </a:solidFill>
                  <a:latin typeface="Times New Roman" panose="02020603050405020304"/>
                </a:rPr>
                <a:t>Nội</a:t>
              </a:r>
              <a:r>
                <a:rPr lang="en-US" sz="3400" kern="0" dirty="0">
                  <a:solidFill>
                    <a:srgbClr val="000000"/>
                  </a:solidFill>
                  <a:latin typeface="Times New Roman" panose="02020603050405020304"/>
                </a:rPr>
                <a:t> dung </a:t>
              </a:r>
              <a:r>
                <a:rPr lang="en-US" sz="3400" kern="0" dirty="0" err="1">
                  <a:solidFill>
                    <a:srgbClr val="000000"/>
                  </a:solidFill>
                  <a:latin typeface="Times New Roman" panose="02020603050405020304"/>
                </a:rPr>
                <a:t>và</a:t>
              </a:r>
              <a:r>
                <a:rPr lang="en-US" sz="3400" kern="0" dirty="0">
                  <a:solidFill>
                    <a:srgbClr val="000000"/>
                  </a:solidFill>
                  <a:latin typeface="Times New Roman" panose="02020603050405020304"/>
                </a:rPr>
                <a:t> p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hương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pháp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thực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hiện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F66DAF-57FC-4BEC-9E8E-BD8C7AB06DE5}"/>
              </a:ext>
            </a:extLst>
          </p:cNvPr>
          <p:cNvGrpSpPr/>
          <p:nvPr/>
        </p:nvGrpSpPr>
        <p:grpSpPr>
          <a:xfrm>
            <a:off x="2392680" y="6902319"/>
            <a:ext cx="10637100" cy="1152591"/>
            <a:chOff x="1033164" y="5575858"/>
            <a:chExt cx="8368545" cy="948373"/>
          </a:xfrm>
        </p:grpSpPr>
        <p:sp>
          <p:nvSpPr>
            <p:cNvPr id="50" name="Rounded Rectangle 9">
              <a:extLst>
                <a:ext uri="{FF2B5EF4-FFF2-40B4-BE49-F238E27FC236}">
                  <a16:creationId xmlns:a16="http://schemas.microsoft.com/office/drawing/2014/main" id="{254058AA-0EA3-4F69-8D71-FAFFDCF3EAA3}"/>
                </a:ext>
              </a:extLst>
            </p:cNvPr>
            <p:cNvSpPr/>
            <p:nvPr/>
          </p:nvSpPr>
          <p:spPr>
            <a:xfrm>
              <a:off x="1033164" y="5575858"/>
              <a:ext cx="8368545" cy="948373"/>
            </a:xfrm>
            <a:prstGeom prst="roundRect">
              <a:avLst>
                <a:gd name="adj" fmla="val 6767"/>
              </a:avLst>
            </a:prstGeom>
            <a:solidFill>
              <a:srgbClr val="029676">
                <a:lumMod val="75000"/>
              </a:srgbClr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1476B86-3994-4A27-B67C-D2C3B14FC39F}"/>
                </a:ext>
              </a:extLst>
            </p:cNvPr>
            <p:cNvSpPr/>
            <p:nvPr/>
          </p:nvSpPr>
          <p:spPr>
            <a:xfrm>
              <a:off x="1193005" y="5746434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4</a:t>
              </a:r>
              <a:endParaRPr kumimoji="0" lang="en-V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704DA40-76A7-4487-8749-F8C82DEFA9C6}"/>
                </a:ext>
              </a:extLst>
            </p:cNvPr>
            <p:cNvSpPr txBox="1"/>
            <p:nvPr/>
          </p:nvSpPr>
          <p:spPr>
            <a:xfrm>
              <a:off x="1862399" y="5796801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defTabSz="457200"/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Kế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hoạch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thực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hiện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và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tiêu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chí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đánh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giá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53A9-F482-46F8-9F3D-C0741D9FAA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24E019C-4380-41EE-A725-C4A31E319CF3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DAFD-E820-40AC-AEC6-340ED92FE1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541A48-D19D-4DA4-9658-B442FEBEBF2A}"/>
              </a:ext>
            </a:extLst>
          </p:cNvPr>
          <p:cNvGrpSpPr/>
          <p:nvPr/>
        </p:nvGrpSpPr>
        <p:grpSpPr>
          <a:xfrm>
            <a:off x="2392680" y="8354696"/>
            <a:ext cx="10637101" cy="1152591"/>
            <a:chOff x="1033164" y="4431224"/>
            <a:chExt cx="8368546" cy="948373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4A2FF9E1-8AF2-4628-84B9-29A1DF23C61D}"/>
                </a:ext>
              </a:extLst>
            </p:cNvPr>
            <p:cNvSpPr/>
            <p:nvPr/>
          </p:nvSpPr>
          <p:spPr>
            <a:xfrm>
              <a:off x="1033164" y="4431224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94C0CE-24A4-432A-A4A2-27F8A80292C0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b="1" kern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 pitchFamily="18" charset="0"/>
                </a:rPr>
                <a:t>5</a:t>
              </a:r>
              <a:endParaRPr kumimoji="0" lang="en-V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A11615-EA15-4AF2-9A16-36D1AE72296F}"/>
                </a:ext>
              </a:extLst>
            </p:cNvPr>
            <p:cNvSpPr txBox="1"/>
            <p:nvPr/>
          </p:nvSpPr>
          <p:spPr>
            <a:xfrm>
              <a:off x="1862400" y="4652166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Hỏi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&amp;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Đáp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41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Hands-On Look at RISC-V Verification for Next-Gen Designs Using Synopsys'  Flow - RISC-V International">
            <a:extLst>
              <a:ext uri="{FF2B5EF4-FFF2-40B4-BE49-F238E27FC236}">
                <a16:creationId xmlns:a16="http://schemas.microsoft.com/office/drawing/2014/main" id="{B3D7B1B6-C86A-4AF3-A965-356A1B03B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9"/>
          <a:stretch/>
        </p:blipFill>
        <p:spPr bwMode="auto">
          <a:xfrm>
            <a:off x="160394" y="2397344"/>
            <a:ext cx="10054072" cy="749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1. Tổng quan đề tài">
            <a:extLst>
              <a:ext uri="{FF2B5EF4-FFF2-40B4-BE49-F238E27FC236}">
                <a16:creationId xmlns:a16="http://schemas.microsoft.com/office/drawing/2014/main" id="{B75A9023-DE66-48E4-9BFD-D7E9B9CE75D1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1.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Tổng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quan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tài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Nhu cầu xử lý nhiều tác vụ đồng thời">
            <a:extLst>
              <a:ext uri="{FF2B5EF4-FFF2-40B4-BE49-F238E27FC236}">
                <a16:creationId xmlns:a16="http://schemas.microsoft.com/office/drawing/2014/main" id="{E19DA171-279E-4422-A328-81138E73E782}"/>
              </a:ext>
            </a:extLst>
          </p:cNvPr>
          <p:cNvSpPr>
            <a:spLocks noGrp="1"/>
          </p:cNvSpPr>
          <p:nvPr/>
        </p:nvSpPr>
        <p:spPr>
          <a:xfrm>
            <a:off x="9746210" y="2518694"/>
            <a:ext cx="68627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nhiều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tác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vụ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đồng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thời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ác hệ thống nhúng như khối điều khiển bay UAV đặt ra nhu cầu xử lý dữ">
            <a:extLst>
              <a:ext uri="{FF2B5EF4-FFF2-40B4-BE49-F238E27FC236}">
                <a16:creationId xmlns:a16="http://schemas.microsoft.com/office/drawing/2014/main" id="{1ED24323-0BEC-43F8-95D1-986ACFB7C194}"/>
              </a:ext>
            </a:extLst>
          </p:cNvPr>
          <p:cNvSpPr>
            <a:spLocks noGrp="1"/>
          </p:cNvSpPr>
          <p:nvPr/>
        </p:nvSpPr>
        <p:spPr>
          <a:xfrm>
            <a:off x="9910762" y="3097622"/>
            <a:ext cx="7234238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thống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như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bay UAV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đặt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cùng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Lựa chọn kiến trúc RISC-V">
            <a:extLst>
              <a:ext uri="{FF2B5EF4-FFF2-40B4-BE49-F238E27FC236}">
                <a16:creationId xmlns:a16="http://schemas.microsoft.com/office/drawing/2014/main" id="{18A9DD79-4549-45C1-9630-F9419F0701E5}"/>
              </a:ext>
            </a:extLst>
          </p:cNvPr>
          <p:cNvSpPr>
            <a:spLocks noGrp="1"/>
          </p:cNvSpPr>
          <p:nvPr/>
        </p:nvSpPr>
        <p:spPr>
          <a:xfrm>
            <a:off x="9746210" y="4848882"/>
            <a:ext cx="50196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Lựa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chọn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RISC-V</a:t>
            </a:r>
          </a:p>
        </p:txBody>
      </p:sp>
      <p:sp>
        <p:nvSpPr>
          <p:cNvPr id="234" name="Kiến trúc tập lệnh mở cho phép nhóm chủ động thiết kế và tùy biến bộ x">
            <a:extLst>
              <a:ext uri="{FF2B5EF4-FFF2-40B4-BE49-F238E27FC236}">
                <a16:creationId xmlns:a16="http://schemas.microsoft.com/office/drawing/2014/main" id="{1524C8C5-54ED-4CEF-81F8-2598B62EC25B}"/>
              </a:ext>
            </a:extLst>
          </p:cNvPr>
          <p:cNvSpPr>
            <a:spLocks noGrp="1"/>
          </p:cNvSpPr>
          <p:nvPr/>
        </p:nvSpPr>
        <p:spPr>
          <a:xfrm>
            <a:off x="9910762" y="5436126"/>
            <a:ext cx="7905750" cy="1534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phép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nhóm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chủ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tùy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ở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phù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hợp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với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nghiên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phần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Bài toán của khóa luận">
            <a:extLst>
              <a:ext uri="{FF2B5EF4-FFF2-40B4-BE49-F238E27FC236}">
                <a16:creationId xmlns:a16="http://schemas.microsoft.com/office/drawing/2014/main" id="{F17D9D4B-CC26-458D-BB42-425576631617}"/>
              </a:ext>
            </a:extLst>
          </p:cNvPr>
          <p:cNvSpPr>
            <a:spLocks noGrp="1"/>
          </p:cNvSpPr>
          <p:nvPr/>
        </p:nvSpPr>
        <p:spPr>
          <a:xfrm>
            <a:off x="9746210" y="7287547"/>
            <a:ext cx="43481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Bài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toán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của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khóa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luận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Xây dựng hệ 4 lõi RV32IMA có bộ nhớ đệm và quản lý bộ nhớ, bảo đảm dữ ">
            <a:extLst>
              <a:ext uri="{FF2B5EF4-FFF2-40B4-BE49-F238E27FC236}">
                <a16:creationId xmlns:a16="http://schemas.microsoft.com/office/drawing/2014/main" id="{F3ADFCFD-1820-40E6-9AEE-F28C15914468}"/>
              </a:ext>
            </a:extLst>
          </p:cNvPr>
          <p:cNvSpPr>
            <a:spLocks noGrp="1"/>
          </p:cNvSpPr>
          <p:nvPr/>
        </p:nvSpPr>
        <p:spPr>
          <a:xfrm>
            <a:off x="9910762" y="7837078"/>
            <a:ext cx="7519988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Xây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có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đệm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bảo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chia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sẻ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494D-3B50-4896-87E4-1D6EFA956C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ABC7831-7635-497D-8662-DA04D7BFC41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BDEBD-31CC-4230-B22D-66BA1C7703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E77E43C7-69BA-DFDE-40C8-CDD7988E47AB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3858341C-4BB0-7398-4010-0EEC237CB81B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1F275C04-1EA7-EFB2-58EC-EB3F6A551830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8AAF152-00AC-C496-7743-14F4BCDBCAF2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EEA4F8F-6835-8996-9F20-2C578FEEB049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BA904E38-0A5D-E2E4-703B-94B49FA2E199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9836EA18-ECAC-F1C8-A57F-0D5108695454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0F196DA8-72BC-39DF-74B8-CB7AA6E11558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2. Mục tiêu đề tài">
            <a:extLst>
              <a:ext uri="{FF2B5EF4-FFF2-40B4-BE49-F238E27FC236}">
                <a16:creationId xmlns:a16="http://schemas.microsoft.com/office/drawing/2014/main" id="{9E292DB8-D387-43FA-8466-B7B22383E2CF}"/>
              </a:ext>
            </a:extLst>
          </p:cNvPr>
          <p:cNvSpPr>
            <a:spLocks noGrp="1"/>
          </p:cNvSpPr>
          <p:nvPr/>
        </p:nvSpPr>
        <p:spPr>
          <a:xfrm>
            <a:off x="518512" y="1768498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2. Mục tiêu đề tài</a:t>
            </a:r>
          </a:p>
        </p:txBody>
      </p:sp>
      <p:sp>
        <p:nvSpPr>
          <p:cNvPr id="231" name="Mục tiêu 1  Thiết kế và hiện thực hệ vi xử lý 4 lõi">
            <a:extLst>
              <a:ext uri="{FF2B5EF4-FFF2-40B4-BE49-F238E27FC236}">
                <a16:creationId xmlns:a16="http://schemas.microsoft.com/office/drawing/2014/main" id="{7133C2D2-1B19-4DDD-BDF1-629A196D593F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1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lõi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Lõi RV32IMA, cache L1 riêng và L2 dùng chung, cơ chế nhất quán dữ liệu">
            <a:extLst>
              <a:ext uri="{FF2B5EF4-FFF2-40B4-BE49-F238E27FC236}">
                <a16:creationId xmlns:a16="http://schemas.microsoft.com/office/drawing/2014/main" id="{630B98C8-ADEA-4B78-9182-A332DA81D0A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RV32IMA, cache L1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riêng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L2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dùng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chung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cơ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chế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MSI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từng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bus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MMU/TLB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Mục tiêu 2  Kiểm chứng, đánh giá và triển khai trên FPGA">
            <a:extLst>
              <a:ext uri="{FF2B5EF4-FFF2-40B4-BE49-F238E27FC236}">
                <a16:creationId xmlns:a16="http://schemas.microsoft.com/office/drawing/2014/main" id="{FB2B2FEB-A3C7-4F64-9A5D-4362BC4FEFF6}"/>
              </a:ext>
            </a:extLst>
          </p:cNvPr>
          <p:cNvSpPr>
            <a:spLocks noGrp="1"/>
          </p:cNvSpPr>
          <p:nvPr/>
        </p:nvSpPr>
        <p:spPr>
          <a:xfrm>
            <a:off x="952500" y="512445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2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triển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khai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FPGA</a:t>
            </a:r>
          </a:p>
        </p:txBody>
      </p:sp>
      <p:sp>
        <p:nvSpPr>
          <p:cNvPr id="234" name="Kiểm tra đúng chức năng bằng mô phỏng RTL và demo tự động trên FPGA. Đ">
            <a:extLst>
              <a:ext uri="{FF2B5EF4-FFF2-40B4-BE49-F238E27FC236}">
                <a16:creationId xmlns:a16="http://schemas.microsoft.com/office/drawing/2014/main" id="{6CD00D4E-C77F-486A-9CBA-BF6BF6F474FC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mô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phỏng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demo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tự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nguyên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timing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suất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ước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tính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Phạm vi thực hiện">
            <a:extLst>
              <a:ext uri="{FF2B5EF4-FFF2-40B4-BE49-F238E27FC236}">
                <a16:creationId xmlns:a16="http://schemas.microsoft.com/office/drawing/2014/main" id="{93A5E84E-0002-439B-838C-695786116AEF}"/>
              </a:ext>
            </a:extLst>
          </p:cNvPr>
          <p:cNvSpPr>
            <a:spLocks noGrp="1"/>
          </p:cNvSpPr>
          <p:nvPr/>
        </p:nvSpPr>
        <p:spPr>
          <a:xfrm>
            <a:off x="952500" y="7572375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4 lõi, tập lệnh RV32I/M/A. Không mở rộng F/D hoặc C. MMU giới hạn tran">
            <a:extLst>
              <a:ext uri="{FF2B5EF4-FFF2-40B4-BE49-F238E27FC236}">
                <a16:creationId xmlns:a16="http://schemas.microsoft.com/office/drawing/2014/main" id="{510ED214-9775-472C-93DF-0A76C05F3842}"/>
              </a:ext>
            </a:extLst>
          </p:cNvPr>
          <p:cNvSpPr>
            <a:spLocks noGrp="1"/>
          </p:cNvSpPr>
          <p:nvPr/>
        </p:nvSpPr>
        <p:spPr>
          <a:xfrm>
            <a:off x="952500" y="8191500"/>
            <a:ext cx="16383000" cy="64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RV32I/M/A.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rộng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F/D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hoặc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C.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CSR/trap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ngoài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đề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cương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B292D-05DE-4357-8C69-8B40F71B3C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802FC0-F575-4165-B427-C1726B77AF04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756C5-4F6E-4029-903D-0B99FF904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7860EAB-80CD-B3CD-26E9-786331497CE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DC1937D5-981D-491E-C851-A8C0ADF66CBC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7F404DD-C029-6714-6DFB-9274C55C8F52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197D2A85-3385-63ED-A5CC-5D4AFA4CB27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D874408-6986-1FE4-6E13-758C05084726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04894B58-CC3F-7A85-88A1-7B099995B9F1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8F8F9C0E-7CEA-DCA0-7581-BCC2CB234D7D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96425F5-9567-4B65-E61C-4D7184A08B4A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Nội dung và phương pháp thực hiện">
            <a:extLst>
              <a:ext uri="{FF2B5EF4-FFF2-40B4-BE49-F238E27FC236}">
                <a16:creationId xmlns:a16="http://schemas.microsoft.com/office/drawing/2014/main" id="{6B76308F-EAF1-45A4-A869-46D30DD8C112}"/>
              </a:ext>
            </a:extLst>
          </p:cNvPr>
          <p:cNvSpPr>
            <a:spLocks noGrp="1"/>
          </p:cNvSpPr>
          <p:nvPr/>
        </p:nvSpPr>
        <p:spPr>
          <a:xfrm>
            <a:off x="523875" y="1761233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3. Nội dung và phương pháp thực hiện</a:t>
            </a:r>
          </a:p>
        </p:txBody>
      </p:sp>
      <p:graphicFrame>
        <p:nvGraphicFramePr>
          <p:cNvPr id="242" name="Table 241"/>
          <p:cNvGraphicFramePr/>
          <p:nvPr>
            <p:extLst>
              <p:ext uri="{D42A27DB-BD31-4B8C-83A1-F6EECF244321}">
                <p14:modId xmlns:p14="http://schemas.microsoft.com/office/powerpoint/2010/main" val="4143717362"/>
              </p:ext>
            </p:extLst>
          </p:nvPr>
        </p:nvGraphicFramePr>
        <p:xfrm>
          <a:off x="809625" y="2857500"/>
          <a:ext cx="16668750" cy="5953125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 thực hiện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dự kiến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1. Khảo sát và lựa chọn kiến trúc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Nghiên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cứu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ISA,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đa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bộ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nhớ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Đối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chiếu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thiết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tham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khảo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Đặc tả và kiến trúc tổng thể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2.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Xây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đơn</a:t>
                      </a:r>
                      <a:endParaRPr sz="25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RV32IMA, cache L1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kiểm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tra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theo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khối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 đơn hoạt động đúng chức năng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3. Tích hợp hệ 4 lõi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Ghép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4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L2, MSI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bus AHB/AXI4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MMU/TLB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Error Handler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 lõi chia sẻ dữ liệu nhất quán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4. Đánh giá và hoàn thiện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testbench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cache/coherence;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demo FPGA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Demo,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kết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quả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đánh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giá</a:t>
                      </a:r>
                      <a:endParaRPr sz="25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D879-49B6-48F9-8C60-EB97349572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A499EF-0ED2-4AAF-B015-E130981A751A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D5E06-02BA-443F-8F5A-A90EFD235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2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</a:t>
            </a: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r>
              <a:rPr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ULTY OF COMPUTER ENGINEERING</a:t>
            </a:r>
            <a:endParaRPr dirty="0"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530099" y="1188558"/>
            <a:ext cx="3832991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xuất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D58721-D1CF-406C-A3C8-26E9D52A35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1B7747-A7E9-487E-91FD-4060E5C9C4F3}" type="datetime1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40139-B1BB-4EAE-B4FB-4973FB8CCB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60789-3820-41E7-88F2-4DF623904E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3936" y="1697474"/>
            <a:ext cx="12543651" cy="852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5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demo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thống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Khung sơ đồ">
            <a:extLst>
              <a:ext uri="{FF2B5EF4-FFF2-40B4-BE49-F238E27FC236}">
                <a16:creationId xmlns:a16="http://schemas.microsoft.com/office/drawing/2014/main" id="{5DC8E18C-75BC-4DB3-9968-C81DF6AB00E6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2" name="Khung sơ đồ">
            <a:extLst>
              <a:ext uri="{FF2B5EF4-FFF2-40B4-BE49-F238E27FC236}">
                <a16:creationId xmlns:a16="http://schemas.microsoft.com/office/drawing/2014/main" id="{56DAD00F-9144-4FF1-8EA4-A06201F1876A}"/>
              </a:ext>
            </a:extLst>
          </p:cNvPr>
          <p:cNvSpPr>
            <a:spLocks noGrp="1"/>
          </p:cNvSpPr>
          <p:nvPr/>
        </p:nvSpPr>
        <p:spPr>
          <a:xfrm>
            <a:off x="966787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3" name="Quy trình kiểm chứng">
            <a:extLst>
              <a:ext uri="{FF2B5EF4-FFF2-40B4-BE49-F238E27FC236}">
                <a16:creationId xmlns:a16="http://schemas.microsoft.com/office/drawing/2014/main" id="{5A91B40A-3AA2-4C0D-8CEA-D2366B865D22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Quy trình kiểm chứng</a:t>
            </a:r>
          </a:p>
        </p:txBody>
      </p:sp>
      <p:sp>
        <p:nvSpPr>
          <p:cNvPr id="234" name="Demo dự kiến trên VCU129">
            <a:extLst>
              <a:ext uri="{FF2B5EF4-FFF2-40B4-BE49-F238E27FC236}">
                <a16:creationId xmlns:a16="http://schemas.microsoft.com/office/drawing/2014/main" id="{AE111731-21A9-46DA-8A66-6FF79E7BBCEB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Demo dự kiến trên VCU129</a:t>
            </a:r>
          </a:p>
        </p:txBody>
      </p:sp>
      <p:sp>
        <p:nvSpPr>
          <p:cNvPr id="235" name="Khối riêng">
            <a:extLst>
              <a:ext uri="{FF2B5EF4-FFF2-40B4-BE49-F238E27FC236}">
                <a16:creationId xmlns:a16="http://schemas.microsoft.com/office/drawing/2014/main" id="{14D7AD86-5668-480E-9BCC-41AB5396AE62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 riêng</a:t>
            </a:r>
          </a:p>
        </p:txBody>
      </p:sp>
      <p:sp>
        <p:nvSpPr>
          <p:cNvPr id="236" name="Lõi đơn">
            <a:extLst>
              <a:ext uri="{FF2B5EF4-FFF2-40B4-BE49-F238E27FC236}">
                <a16:creationId xmlns:a16="http://schemas.microsoft.com/office/drawing/2014/main" id="{AF4788A8-C749-4BEC-A3EF-9B2C6C8FCA82}"/>
              </a:ext>
            </a:extLst>
          </p:cNvPr>
          <p:cNvSpPr>
            <a:spLocks noGrp="1"/>
          </p:cNvSpPr>
          <p:nvPr/>
        </p:nvSpPr>
        <p:spPr>
          <a:xfrm>
            <a:off x="238125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đơn</a:t>
            </a:r>
          </a:p>
        </p:txBody>
      </p:sp>
      <p:sp>
        <p:nvSpPr>
          <p:cNvPr id="237" name="Hệ 4 lõi">
            <a:extLst>
              <a:ext uri="{FF2B5EF4-FFF2-40B4-BE49-F238E27FC236}">
                <a16:creationId xmlns:a16="http://schemas.microsoft.com/office/drawing/2014/main" id="{BF3F01E0-1CEA-4354-90DC-E747AC294D5E}"/>
              </a:ext>
            </a:extLst>
          </p:cNvPr>
          <p:cNvSpPr>
            <a:spLocks noGrp="1"/>
          </p:cNvSpPr>
          <p:nvPr/>
        </p:nvSpPr>
        <p:spPr>
          <a:xfrm>
            <a:off x="238125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 4 lõi</a:t>
            </a:r>
          </a:p>
        </p:txBody>
      </p:sp>
      <p:cxnSp>
        <p:nvCxnSpPr>
          <p:cNvPr id="277" name="Straight Arrow Connector 276"/>
          <p:cNvCxnSpPr>
            <a:stCxn id="235" idx="2"/>
            <a:endCxn id="236" idx="0"/>
          </p:cNvCxnSpPr>
          <p:nvPr/>
        </p:nvCxnSpPr>
        <p:spPr>
          <a:xfrm>
            <a:off x="457200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78" name="Straight Arrow Connector 277"/>
          <p:cNvCxnSpPr>
            <a:stCxn id="236" idx="2"/>
            <a:endCxn id="237" idx="0"/>
          </p:cNvCxnSpPr>
          <p:nvPr/>
        </p:nvCxnSpPr>
        <p:spPr>
          <a:xfrm>
            <a:off x="457200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0" name="PASS">
            <a:extLst>
              <a:ext uri="{FF2B5EF4-FFF2-40B4-BE49-F238E27FC236}">
                <a16:creationId xmlns:a16="http://schemas.microsoft.com/office/drawing/2014/main" id="{74F7A6A0-C8FA-4FF9-9358-6E3E3E8D4744}"/>
              </a:ext>
            </a:extLst>
          </p:cNvPr>
          <p:cNvSpPr>
            <a:spLocks noGrp="1"/>
          </p:cNvSpPr>
          <p:nvPr/>
        </p:nvSpPr>
        <p:spPr>
          <a:xfrm>
            <a:off x="4857750" y="519112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1" name="PASS">
            <a:extLst>
              <a:ext uri="{FF2B5EF4-FFF2-40B4-BE49-F238E27FC236}">
                <a16:creationId xmlns:a16="http://schemas.microsoft.com/office/drawing/2014/main" id="{8EC9EA5F-554B-4097-B10B-21C3CA292F66}"/>
              </a:ext>
            </a:extLst>
          </p:cNvPr>
          <p:cNvSpPr>
            <a:spLocks noGrp="1"/>
          </p:cNvSpPr>
          <p:nvPr/>
        </p:nvSpPr>
        <p:spPr>
          <a:xfrm>
            <a:off x="4857750" y="700087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2" name="Điểm nối nhánh kiểm tra lại">
            <a:extLst>
              <a:ext uri="{FF2B5EF4-FFF2-40B4-BE49-F238E27FC236}">
                <a16:creationId xmlns:a16="http://schemas.microsoft.com/office/drawing/2014/main" id="{98F65D08-BC4C-41C5-8825-77C89821C0CD}"/>
              </a:ext>
            </a:extLst>
          </p:cNvPr>
          <p:cNvSpPr>
            <a:spLocks noGrp="1"/>
          </p:cNvSpPr>
          <p:nvPr/>
        </p:nvSpPr>
        <p:spPr>
          <a:xfrm>
            <a:off x="1476375" y="623887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3" name="Điểm nối nhánh kiểm tra lại">
            <a:extLst>
              <a:ext uri="{FF2B5EF4-FFF2-40B4-BE49-F238E27FC236}">
                <a16:creationId xmlns:a16="http://schemas.microsoft.com/office/drawing/2014/main" id="{AA1477A7-B5C1-4FFC-980C-8F8D2973A69B}"/>
              </a:ext>
            </a:extLst>
          </p:cNvPr>
          <p:cNvSpPr>
            <a:spLocks noGrp="1"/>
          </p:cNvSpPr>
          <p:nvPr/>
        </p:nvSpPr>
        <p:spPr>
          <a:xfrm>
            <a:off x="1476375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3" name="Straight Arrow Connector 282"/>
          <p:cNvCxnSpPr>
            <a:stCxn id="236" idx="1"/>
            <a:endCxn id="242" idx="3"/>
          </p:cNvCxnSpPr>
          <p:nvPr/>
        </p:nvCxnSpPr>
        <p:spPr>
          <a:xfrm flipH="1">
            <a:off x="1477328" y="6238875"/>
            <a:ext cx="903922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4" name="Straight Arrow Connector 283"/>
          <p:cNvCxnSpPr>
            <a:stCxn id="242" idx="0"/>
            <a:endCxn id="243" idx="2"/>
          </p:cNvCxnSpPr>
          <p:nvPr/>
        </p:nvCxnSpPr>
        <p:spPr>
          <a:xfrm flipV="1">
            <a:off x="1476852" y="4430078"/>
            <a:ext cx="0" cy="180879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5" name="Straight Arrow Connector 284"/>
          <p:cNvCxnSpPr>
            <a:stCxn id="243" idx="3"/>
            <a:endCxn id="235" idx="1"/>
          </p:cNvCxnSpPr>
          <p:nvPr/>
        </p:nvCxnSpPr>
        <p:spPr>
          <a:xfrm flipV="1">
            <a:off x="1477328" y="4429125"/>
            <a:ext cx="903922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7" name="FAIL">
            <a:extLst>
              <a:ext uri="{FF2B5EF4-FFF2-40B4-BE49-F238E27FC236}">
                <a16:creationId xmlns:a16="http://schemas.microsoft.com/office/drawing/2014/main" id="{B418EBB9-5DE2-4055-851F-A1E29662F607}"/>
              </a:ext>
            </a:extLst>
          </p:cNvPr>
          <p:cNvSpPr>
            <a:spLocks noGrp="1"/>
          </p:cNvSpPr>
          <p:nvPr/>
        </p:nvSpPr>
        <p:spPr>
          <a:xfrm>
            <a:off x="913206" y="5148500"/>
            <a:ext cx="58198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48" name="Điểm nối nhánh kiểm tra lại">
            <a:extLst>
              <a:ext uri="{FF2B5EF4-FFF2-40B4-BE49-F238E27FC236}">
                <a16:creationId xmlns:a16="http://schemas.microsoft.com/office/drawing/2014/main" id="{08BF6DCA-B61E-4E67-BDAC-4899F0CFE418}"/>
              </a:ext>
            </a:extLst>
          </p:cNvPr>
          <p:cNvSpPr>
            <a:spLocks noGrp="1"/>
          </p:cNvSpPr>
          <p:nvPr/>
        </p:nvSpPr>
        <p:spPr>
          <a:xfrm>
            <a:off x="7715250" y="804862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9" name="Điểm nối nhánh kiểm tra lại">
            <a:extLst>
              <a:ext uri="{FF2B5EF4-FFF2-40B4-BE49-F238E27FC236}">
                <a16:creationId xmlns:a16="http://schemas.microsoft.com/office/drawing/2014/main" id="{9A4D06B7-32DC-4DFB-BDDF-AE1B2366BB87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9" name="Straight Arrow Connector 288"/>
          <p:cNvCxnSpPr>
            <a:stCxn id="237" idx="3"/>
            <a:endCxn id="248" idx="1"/>
          </p:cNvCxnSpPr>
          <p:nvPr/>
        </p:nvCxnSpPr>
        <p:spPr>
          <a:xfrm>
            <a:off x="6762750" y="8048625"/>
            <a:ext cx="952500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0" name="Straight Arrow Connector 289"/>
          <p:cNvCxnSpPr>
            <a:stCxn id="248" idx="0"/>
            <a:endCxn id="249" idx="2"/>
          </p:cNvCxnSpPr>
          <p:nvPr/>
        </p:nvCxnSpPr>
        <p:spPr>
          <a:xfrm flipV="1">
            <a:off x="7715727" y="4430078"/>
            <a:ext cx="0" cy="361854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1" name="Straight Arrow Connector 290"/>
          <p:cNvCxnSpPr>
            <a:stCxn id="249" idx="1"/>
            <a:endCxn id="235" idx="3"/>
          </p:cNvCxnSpPr>
          <p:nvPr/>
        </p:nvCxnSpPr>
        <p:spPr>
          <a:xfrm flipH="1" flipV="1">
            <a:off x="6762750" y="4429125"/>
            <a:ext cx="952500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53" name="FAIL">
            <a:extLst>
              <a:ext uri="{FF2B5EF4-FFF2-40B4-BE49-F238E27FC236}">
                <a16:creationId xmlns:a16="http://schemas.microsoft.com/office/drawing/2014/main" id="{22EE04D5-DCB0-416F-9D0E-DF2DB51DE390}"/>
              </a:ext>
            </a:extLst>
          </p:cNvPr>
          <p:cNvSpPr>
            <a:spLocks noGrp="1"/>
          </p:cNvSpPr>
          <p:nvPr/>
        </p:nvSpPr>
        <p:spPr>
          <a:xfrm>
            <a:off x="7096603" y="6064317"/>
            <a:ext cx="665793" cy="41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4" name="SD/SPI → DMA → DRAM">
            <a:extLst>
              <a:ext uri="{FF2B5EF4-FFF2-40B4-BE49-F238E27FC236}">
                <a16:creationId xmlns:a16="http://schemas.microsoft.com/office/drawing/2014/main" id="{E436E3E1-0B70-461E-9E58-99F54E680486}"/>
              </a:ext>
            </a:extLst>
          </p:cNvPr>
          <p:cNvSpPr>
            <a:spLocks noGrp="1"/>
          </p:cNvSpPr>
          <p:nvPr/>
        </p:nvSpPr>
        <p:spPr>
          <a:xfrm>
            <a:off x="1123950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Nạp</a:t>
            </a:r>
            <a:r>
              <a:rPr lang="en-US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</a:t>
            </a:r>
            <a:r>
              <a:rPr lang="vi-VN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ư</a:t>
            </a: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ơng</a:t>
            </a:r>
            <a:r>
              <a:rPr lang="en-US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trình</a:t>
            </a:r>
            <a:r>
              <a:rPr lang="en-US" sz="2625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vào</a:t>
            </a:r>
            <a:r>
              <a:rPr lang="en-US" sz="2625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DRAM</a:t>
            </a:r>
          </a:p>
        </p:txBody>
      </p:sp>
      <p:sp>
        <p:nvSpPr>
          <p:cNvPr id="255" name="CPU 4 lõi thực thi">
            <a:extLst>
              <a:ext uri="{FF2B5EF4-FFF2-40B4-BE49-F238E27FC236}">
                <a16:creationId xmlns:a16="http://schemas.microsoft.com/office/drawing/2014/main" id="{B956066B-3A21-46BD-9C2E-371875AFE4CA}"/>
              </a:ext>
            </a:extLst>
          </p:cNvPr>
          <p:cNvSpPr>
            <a:spLocks noGrp="1"/>
          </p:cNvSpPr>
          <p:nvPr/>
        </p:nvSpPr>
        <p:spPr>
          <a:xfrm>
            <a:off x="1123950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CPU 4 lõi thực thi</a:t>
            </a:r>
          </a:p>
        </p:txBody>
      </p:sp>
      <p:sp>
        <p:nvSpPr>
          <p:cNvPr id="256" name="Ghi kết quả về SD">
            <a:extLst>
              <a:ext uri="{FF2B5EF4-FFF2-40B4-BE49-F238E27FC236}">
                <a16:creationId xmlns:a16="http://schemas.microsoft.com/office/drawing/2014/main" id="{18DBA602-FAC4-4900-AECB-62A89BFB8AB9}"/>
              </a:ext>
            </a:extLst>
          </p:cNvPr>
          <p:cNvSpPr>
            <a:spLocks noGrp="1"/>
          </p:cNvSpPr>
          <p:nvPr/>
        </p:nvSpPr>
        <p:spPr>
          <a:xfrm>
            <a:off x="1123950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lang="en-US" sz="277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lang="en-US" sz="277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77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lang="en-US" sz="277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77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kết</a:t>
            </a:r>
            <a:r>
              <a:rPr lang="en-US" sz="277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77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</a:t>
            </a:r>
            <a:r>
              <a:rPr lang="en-US" sz="277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PASS/FAIL</a:t>
            </a:r>
            <a:endParaRPr sz="2775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6" name="Straight Arrow Connector 295"/>
          <p:cNvCxnSpPr>
            <a:stCxn id="254" idx="2"/>
            <a:endCxn id="255" idx="0"/>
          </p:cNvCxnSpPr>
          <p:nvPr/>
        </p:nvCxnSpPr>
        <p:spPr>
          <a:xfrm>
            <a:off x="1343025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97" name="Straight Arrow Connector 296"/>
          <p:cNvCxnSpPr>
            <a:stCxn id="255" idx="2"/>
            <a:endCxn id="256" idx="0"/>
          </p:cNvCxnSpPr>
          <p:nvPr/>
        </p:nvCxnSpPr>
        <p:spPr>
          <a:xfrm>
            <a:off x="1343025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1C6C0-7A17-452B-ADCE-8393E0BB98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79618E-4D66-406E-9696-1C911641EF70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12E1-7CD2-4D72-BB10-6B68CC426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8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818DB2-3654-EEC9-C63D-970AFC9B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8EB770B-A76C-29A2-49BE-3F4DA7FC1444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E222A4FE-9A18-599F-03F7-8FA5E4A10AD8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01DDD3B8-761E-40F7-955D-2B6CF9D7B0D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1A084A9B-D7B0-4BFF-2B2C-D2E229F596FA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A802A631-8E64-A46C-F4A2-821D1F74CB66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E18D8D-EAB1-8B37-93A5-04AD92952E11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8D11637D-4561-FCD9-87CF-DFCC5CA9289A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DBCEDAEB-F3BA-C9A1-7839-22D2DF06BE51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80DC9489-BD99-E3CE-8146-96F48D7C0F25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Các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xung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đột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xảy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ra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và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các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giải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pháp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đề</a:t>
            </a:r>
            <a:r>
              <a:rPr lang="en-US" sz="3600" b="1">
                <a:solidFill>
                  <a:srgbClr val="007A60"/>
                </a:solidFill>
                <a:latin typeface="Arial"/>
                <a:cs typeface="Arial"/>
              </a:rPr>
              <a:t> </a:t>
            </a:r>
            <a:r>
              <a:rPr lang="en-US" sz="3600" b="1" err="1">
                <a:solidFill>
                  <a:srgbClr val="007A60"/>
                </a:solidFill>
                <a:latin typeface="Arial"/>
                <a:cs typeface="Arial"/>
              </a:rPr>
              <a:t>xuất</a:t>
            </a:r>
            <a:endParaRPr lang="en-US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DF968-D47C-6C96-DE9D-CBEB3DC51E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79618E-4D66-406E-9696-1C911641EF70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ED7B7-2F3B-0425-F093-32C2E82F20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4975B-99AE-45C4-D65F-D984FEEE1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906" y="2571991"/>
            <a:ext cx="6093832" cy="321872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D22704-0270-2E74-4F99-28C283D35F4F}"/>
              </a:ext>
            </a:extLst>
          </p:cNvPr>
          <p:cNvSpPr/>
          <p:nvPr/>
        </p:nvSpPr>
        <p:spPr>
          <a:xfrm>
            <a:off x="1338726" y="3849788"/>
            <a:ext cx="2548639" cy="106362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+mn-lt"/>
                <a:cs typeface="+mn-lt"/>
              </a:rPr>
              <a:t>Bus arbitration (AHB) </a:t>
            </a:r>
            <a:endParaRPr lang="en-US"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34F4D-C4D3-2DC3-2069-1B11950ED3B4}"/>
              </a:ext>
            </a:extLst>
          </p:cNvPr>
          <p:cNvSpPr/>
          <p:nvPr/>
        </p:nvSpPr>
        <p:spPr>
          <a:xfrm>
            <a:off x="5296020" y="4025417"/>
            <a:ext cx="3619499" cy="7143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cs typeface="Arial"/>
              </a:rPr>
              <a:t>Round Robin 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C7BCE2-708A-2B81-41F4-710628AD66B0}"/>
              </a:ext>
            </a:extLst>
          </p:cNvPr>
          <p:cNvCxnSpPr/>
          <p:nvPr/>
        </p:nvCxnSpPr>
        <p:spPr>
          <a:xfrm>
            <a:off x="3887969" y="4443191"/>
            <a:ext cx="1412271" cy="17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885BA7-AFF0-284A-E0BC-3052D05A317D}"/>
              </a:ext>
            </a:extLst>
          </p:cNvPr>
          <p:cNvSpPr/>
          <p:nvPr/>
        </p:nvSpPr>
        <p:spPr>
          <a:xfrm>
            <a:off x="1353194" y="7409002"/>
            <a:ext cx="2548639" cy="106362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Cache coherence (L1↔L2) </a:t>
            </a:r>
            <a:endParaRPr lang="en-US"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26867A-2ED0-B15F-B8BC-EEB79F10061B}"/>
              </a:ext>
            </a:extLst>
          </p:cNvPr>
          <p:cNvSpPr/>
          <p:nvPr/>
        </p:nvSpPr>
        <p:spPr>
          <a:xfrm>
            <a:off x="5310487" y="7584631"/>
            <a:ext cx="3619499" cy="7143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MSI protocol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DEC3CD-9929-B250-C824-307A7385FEBF}"/>
              </a:ext>
            </a:extLst>
          </p:cNvPr>
          <p:cNvCxnSpPr>
            <a:cxnSpLocks/>
          </p:cNvCxnSpPr>
          <p:nvPr/>
        </p:nvCxnSpPr>
        <p:spPr>
          <a:xfrm>
            <a:off x="3902436" y="8002405"/>
            <a:ext cx="1412271" cy="17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1928E0A-28AD-62AA-DA14-011CD29895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034" y="6047772"/>
            <a:ext cx="4690414" cy="360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8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Kế hoạch thực hiện theo tháng">
            <a:extLst>
              <a:ext uri="{FF2B5EF4-FFF2-40B4-BE49-F238E27FC236}">
                <a16:creationId xmlns:a16="http://schemas.microsoft.com/office/drawing/2014/main" id="{FBF85D8C-C357-43E1-A7EE-C30E61891DE2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6" name="Table 245"/>
          <p:cNvGraphicFramePr/>
          <p:nvPr>
            <p:extLst>
              <p:ext uri="{D42A27DB-BD31-4B8C-83A1-F6EECF244321}">
                <p14:modId xmlns:p14="http://schemas.microsoft.com/office/powerpoint/2010/main" val="1670121884"/>
              </p:ext>
            </p:extLst>
          </p:nvPr>
        </p:nvGraphicFramePr>
        <p:xfrm>
          <a:off x="952500" y="2622643"/>
          <a:ext cx="16167418" cy="4762500"/>
        </p:xfrm>
        <a:graphic>
          <a:graphicData uri="http://schemas.openxmlformats.org/drawingml/2006/table">
            <a:tbl>
              <a:tblPr/>
              <a:tblGrid>
                <a:gridCol w="6642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3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232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T1/27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trúc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đơn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L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AHB/AXI4, L2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MSI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MMU/TLB, Error Handler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toàn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FPGA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 dirty="0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3" name="Lâm: lõi, L1, MMU/TLB, SD/SPI. Lam: bus, L2, MESI, DMA. Cả hai: kiểm c">
            <a:extLst>
              <a:ext uri="{FF2B5EF4-FFF2-40B4-BE49-F238E27FC236}">
                <a16:creationId xmlns:a16="http://schemas.microsoft.com/office/drawing/2014/main" id="{5108FF10-CFA0-4C1C-9CD2-7380DAE64FF5}"/>
              </a:ext>
            </a:extLst>
          </p:cNvPr>
          <p:cNvSpPr>
            <a:spLocks noGrp="1"/>
          </p:cNvSpPr>
          <p:nvPr/>
        </p:nvSpPr>
        <p:spPr>
          <a:xfrm>
            <a:off x="1218868" y="7582250"/>
            <a:ext cx="6469380" cy="21687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Lâm: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L1,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MMU/TLB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Lam: bus, L2, MSI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Error Handler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hai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demo,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346A-9EBC-4405-91B2-2B973A97C2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D04911-03CD-4882-87FA-91FE1C11FA53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9AB2E-1F71-4606-8F00-FE9A4EA69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Tiêu chí đánh giá và kế hoạch theo tuần">
            <a:extLst>
              <a:ext uri="{FF2B5EF4-FFF2-40B4-BE49-F238E27FC236}">
                <a16:creationId xmlns:a16="http://schemas.microsoft.com/office/drawing/2014/main" id="{04A0627E-FD0F-4405-AAA8-FD588D91AE18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4. Kế hoạch thực hiện và tiêu chí đánh giá</a:t>
            </a:r>
          </a:p>
        </p:txBody>
      </p:sp>
      <p:sp>
        <p:nvSpPr>
          <p:cNvPr id="231" name="Tiêu chí đánh giá">
            <a:extLst>
              <a:ext uri="{FF2B5EF4-FFF2-40B4-BE49-F238E27FC236}">
                <a16:creationId xmlns:a16="http://schemas.microsoft.com/office/drawing/2014/main" id="{5F43F57D-9CBE-4577-A76B-24250259D72B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647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 chí đánh giá</a:t>
            </a:r>
          </a:p>
        </p:txBody>
      </p:sp>
      <p:sp>
        <p:nvSpPr>
          <p:cNvPr id="232" name="Kế hoạch thực hiện">
            <a:extLst>
              <a:ext uri="{FF2B5EF4-FFF2-40B4-BE49-F238E27FC236}">
                <a16:creationId xmlns:a16="http://schemas.microsoft.com/office/drawing/2014/main" id="{495A3DB7-B1BF-414A-9914-33AE8AA53593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 hoạch thực hiện</a:t>
            </a:r>
          </a:p>
        </p:txBody>
      </p:sp>
      <p:graphicFrame>
        <p:nvGraphicFramePr>
          <p:cNvPr id="246" name="Table 247"/>
          <p:cNvGraphicFramePr/>
          <p:nvPr>
            <p:extLst>
              <p:ext uri="{D42A27DB-BD31-4B8C-83A1-F6EECF244321}">
                <p14:modId xmlns:p14="http://schemas.microsoft.com/office/powerpoint/2010/main" val="2755443073"/>
              </p:ext>
            </p:extLst>
          </p:nvPr>
        </p:nvGraphicFramePr>
        <p:xfrm>
          <a:off x="809625" y="3524250"/>
          <a:ext cx="6524625" cy="5381628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đánh giá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 năng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PASS/FAIL; I/M/A,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dữ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liệu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chia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sẻ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Tài nguyên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LUT, FF, BRAM, DSP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Fmax, WNS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 năng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Chu kỳ / thời gian chạy; so sánh 1 và 4 lõi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Công suất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Ước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tính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7" name="Table 248"/>
          <p:cNvGraphicFramePr/>
          <p:nvPr>
            <p:extLst>
              <p:ext uri="{D42A27DB-BD31-4B8C-83A1-F6EECF244321}">
                <p14:modId xmlns:p14="http://schemas.microsoft.com/office/powerpoint/2010/main" val="1273122293"/>
              </p:ext>
            </p:extLst>
          </p:nvPr>
        </p:nvGraphicFramePr>
        <p:xfrm>
          <a:off x="8096250" y="3524250"/>
          <a:ext cx="9382125" cy="5381628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và mốc chính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1–5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Chốt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trúc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đơn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L1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6–10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L2, MSI, interconnect; coherence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MMU/TLB, Error Handler 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- DRAM PASS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trong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mô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phỏng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13–15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 hợp, RTL toàn hệ thống PASS; tổng hợp Vivado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16–18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Bring-up, debug FPGA; demo tự động và đo hiệu năng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19–20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slide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75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E74FA-AD2F-4D53-BD91-9FA8225DE0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399598-3BAF-47EA-89A9-AC4592B6CADF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B11FB-AB2D-47B6-A531-F4962EF2A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9" name="Google Shape;484;p13">
            <a:extLst>
              <a:ext uri="{FF2B5EF4-FFF2-40B4-BE49-F238E27FC236}">
                <a16:creationId xmlns:a16="http://schemas.microsoft.com/office/drawing/2014/main" id="{70988E4E-08F2-4409-8441-141139A4BBC2}"/>
              </a:ext>
            </a:extLst>
          </p:cNvPr>
          <p:cNvSpPr txBox="1">
            <a:spLocks/>
          </p:cNvSpPr>
          <p:nvPr/>
        </p:nvSpPr>
        <p:spPr>
          <a:xfrm>
            <a:off x="416499" y="1509696"/>
            <a:ext cx="3952361" cy="89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058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rgbClr val="01705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058"/>
              </a:buClr>
              <a:buSzPts val="4400"/>
              <a:buFont typeface="Times New Roman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Tài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liệu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tham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khảo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17058"/>
              </a:solidFill>
              <a:effectLst/>
              <a:uLnTx/>
              <a:uFillTx/>
              <a:latin typeface="+mj-lt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11C6E-6C5C-4A51-9AC2-7D036A0D9ECB}"/>
              </a:ext>
            </a:extLst>
          </p:cNvPr>
          <p:cNvSpPr txBox="1"/>
          <p:nvPr/>
        </p:nvSpPr>
        <p:spPr>
          <a:xfrm>
            <a:off x="571095" y="2306620"/>
            <a:ext cx="17243939" cy="704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[1] M.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Solé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et al.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"Evaluation of the Multicore Performance Capabilities of the Next Generation Flight Computers,"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Proc. 2023 IEEE/AIAA 42nd Digital Avionics Systems Conference (DASC)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2023,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10.1109/DASC58513.2023.10311151.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[2] B.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Kieu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-Do-Nguyen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et al.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"Hardware Software Co-design for Multi-threaded Computation on RISC-V-based Multicore System,"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IEEE Access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vol. 12, pp. 177312-177326, 2024,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10.1109/ACCESS.2024.3505940.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[3] S. Shukla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K. C. Ray, "A Low-Overhead Reconfigurable RISC-V Quad-Core Processor Architecture for Fault-Tolerant Applications,"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IEEE Access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vol. 10, pp. 44136-44146, 2022,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10.1109/ACCESS.2022.3168864.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[4] N. Đ. T.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vi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lõi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RISC-V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kiến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trúc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lệnh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RV32IMFA,"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Khóa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luận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nghiệp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Khoa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nghệ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tin, ĐHQG TP.HCM, 2026.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[5] V. C. G.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L. M.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Hùng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khiển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đồng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cache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thống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lõi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kiến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trúc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lệnh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RISC-V RV32IA,"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Khóa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luận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nghiệp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Khoa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nghệ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tin, ĐHQG TP.HCM, 2026.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5A67D-F1E3-E814-8051-6DF99731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14538" y="498427"/>
            <a:ext cx="4114800" cy="547688"/>
          </a:xfrm>
        </p:spPr>
        <p:txBody>
          <a:bodyPr/>
          <a:lstStyle/>
          <a:p>
            <a:pPr defTabSz="685800"/>
            <a:fld id="{48F63A3B-78C7-47BE-AE5E-E10140E04643}" type="slidenum">
              <a:rPr lang="en-US">
                <a:solidFill>
                  <a:srgbClr val="FFFFFF"/>
                </a:solidFill>
                <a:latin typeface="Arial" panose="020B0604020202020204"/>
              </a:rPr>
              <a:pPr defTabSz="685800"/>
              <a:t>11</a:t>
            </a:fld>
            <a:endParaRPr lang="en-US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7406D-4210-10C7-B19B-033A768D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HỎI VÀ ĐÁP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8B07E-997D-5857-E9C5-29F28FD996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6264" y="959168"/>
            <a:ext cx="3078956" cy="2678906"/>
          </a:xfrm>
        </p:spPr>
        <p:txBody>
          <a:bodyPr/>
          <a:lstStyle/>
          <a:p>
            <a:r>
              <a:rPr lang="en-VN" sz="960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5142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209f8c-0a98-4ac5-a2c3-72acce405e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554E8F41E0B5844DB9F7A14E2A73FF47" ma:contentTypeVersion="6" ma:contentTypeDescription="Tạo tài liệu mới." ma:contentTypeScope="" ma:versionID="101d6838eced310f23d10bc5442fa17b">
  <xsd:schema xmlns:xsd="http://www.w3.org/2001/XMLSchema" xmlns:xs="http://www.w3.org/2001/XMLSchema" xmlns:p="http://schemas.microsoft.com/office/2006/metadata/properties" xmlns:ns3="1b209f8c-0a98-4ac5-a2c3-72acce405ef8" targetNamespace="http://schemas.microsoft.com/office/2006/metadata/properties" ma:root="true" ma:fieldsID="3cd12cc54c6c91688fbe182306570a62" ns3:_="">
    <xsd:import namespace="1b209f8c-0a98-4ac5-a2c3-72acce405ef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209f8c-0a98-4ac5-a2c3-72acce405ef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A9AD9B-5C68-492F-8D00-191B1C3BE801}">
  <ds:schemaRefs>
    <ds:schemaRef ds:uri="http://purl.org/dc/elements/1.1/"/>
    <ds:schemaRef ds:uri="1b209f8c-0a98-4ac5-a2c3-72acce405ef8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01B155A-0AE6-462C-84E1-D15F289E80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52C69F-353E-42A9-953C-4518BB39A9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209f8c-0a98-4ac5-a2c3-72acce405e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1675</Words>
  <Application>Microsoft Office PowerPoint</Application>
  <DocSecurity>0</DocSecurity>
  <PresentationFormat>Custom</PresentationFormat>
  <Paragraphs>164</Paragraphs>
  <Slides>12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Times New Roman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HỎI VÀ ĐÁP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Lâm Võ Lê Phước</cp:lastModifiedBy>
  <cp:revision>27</cp:revision>
  <dcterms:created xsi:type="dcterms:W3CDTF">2026-09-15T14:02:37Z</dcterms:created>
  <dcterms:modified xsi:type="dcterms:W3CDTF">2026-09-18T18:11:02Z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0x010100554E8F41E0B5844DB9F7A14E2A73FF47</vt:lpwstr>
  </property>
</Properties>
</file>