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331" r:id="rId2"/>
    <p:sldId id="259" r:id="rId3"/>
    <p:sldId id="332" r:id="rId4"/>
    <p:sldId id="333" r:id="rId5"/>
    <p:sldId id="334" r:id="rId6"/>
    <p:sldId id="335" r:id="rId7"/>
    <p:sldId id="336" r:id="rId8"/>
  </p:sldIdLst>
  <p:sldSz cx="18288000" cy="10287000"/>
  <p:notesSz cx="6858000" cy="9144000"/>
  <p:embeddedFontLst>
    <p:embeddedFont>
      <p:font typeface="Open Sans" panose="020B060603050402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1" roundtripDataSignature="AMtx7mjyTGfdWOk/nR2bKyZNJfApF6An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7ED"/>
    <a:srgbClr val="E1EFD8"/>
    <a:srgbClr val="E7FFFF"/>
    <a:srgbClr val="CCFFFF"/>
    <a:srgbClr val="FF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71" Type="http://customschemas.google.com/relationships/presentationmetadata" Target="metadata"/><Relationship Id="rId2" Type="http://schemas.openxmlformats.org/officeDocument/2006/relationships/slide" Target="slides/slide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833A157-23A7-5B30-A873-0FB1364B4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BC1A8C4-CEE8-9C90-B93E-F3093A1699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916E92F-AC93-E2B3-F451-BF31166AA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95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59E1CEEB-06CC-39D7-7358-E5E8E40E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>
            <a:extLst>
              <a:ext uri="{FF2B5EF4-FFF2-40B4-BE49-F238E27FC236}">
                <a16:creationId xmlns:a16="http://schemas.microsoft.com/office/drawing/2014/main" id="{2975E1D0-24D1-3388-9CD8-99EB0618F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>
            <a:extLst>
              <a:ext uri="{FF2B5EF4-FFF2-40B4-BE49-F238E27FC236}">
                <a16:creationId xmlns:a16="http://schemas.microsoft.com/office/drawing/2014/main" id="{815DEA0F-35B5-B8E8-EB48-83AE793BF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83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B53DC409-3260-0AF7-9355-F472FE6F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>
            <a:extLst>
              <a:ext uri="{FF2B5EF4-FFF2-40B4-BE49-F238E27FC236}">
                <a16:creationId xmlns:a16="http://schemas.microsoft.com/office/drawing/2014/main" id="{F20C4864-8DAB-FC3A-A4DE-F923ED467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>
            <a:extLst>
              <a:ext uri="{FF2B5EF4-FFF2-40B4-BE49-F238E27FC236}">
                <a16:creationId xmlns:a16="http://schemas.microsoft.com/office/drawing/2014/main" id="{383AB1C4-702A-3DC8-084F-0DEC7716CB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90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F162D3FC-3E8C-327F-9263-B1319A3C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>
            <a:extLst>
              <a:ext uri="{FF2B5EF4-FFF2-40B4-BE49-F238E27FC236}">
                <a16:creationId xmlns:a16="http://schemas.microsoft.com/office/drawing/2014/main" id="{D965B6B1-D328-B07C-25D9-95C247F1B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>
            <a:extLst>
              <a:ext uri="{FF2B5EF4-FFF2-40B4-BE49-F238E27FC236}">
                <a16:creationId xmlns:a16="http://schemas.microsoft.com/office/drawing/2014/main" id="{6B765179-BDE3-8B97-F4DB-AF5C2191F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4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7030CB57-46F2-7425-0CC8-855FD132D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>
            <a:extLst>
              <a:ext uri="{FF2B5EF4-FFF2-40B4-BE49-F238E27FC236}">
                <a16:creationId xmlns:a16="http://schemas.microsoft.com/office/drawing/2014/main" id="{48A92E08-EC69-41FC-42DB-169C0C88F1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>
            <a:extLst>
              <a:ext uri="{FF2B5EF4-FFF2-40B4-BE49-F238E27FC236}">
                <a16:creationId xmlns:a16="http://schemas.microsoft.com/office/drawing/2014/main" id="{7D7F9D19-C7CA-4F3C-60A1-241F2E3D8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62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B793FE0E-7890-11AC-F32F-FEA98527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>
            <a:extLst>
              <a:ext uri="{FF2B5EF4-FFF2-40B4-BE49-F238E27FC236}">
                <a16:creationId xmlns:a16="http://schemas.microsoft.com/office/drawing/2014/main" id="{EBAF785E-8932-3D79-0B9A-0FE1788D1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>
            <a:extLst>
              <a:ext uri="{FF2B5EF4-FFF2-40B4-BE49-F238E27FC236}">
                <a16:creationId xmlns:a16="http://schemas.microsoft.com/office/drawing/2014/main" id="{05ED7697-BF7D-5459-E7CD-8CA896597F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12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7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7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7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83">
          <ns1:extLst>
            <ns1:ext uri="{FF2B5EF4-FFF2-40B4-BE49-F238E27FC236}">
              <ns2:creationId id="{DB8436F5-B779-E676-AA8F-36C9252B7281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8" name="Google Shape;88;p1">
            <ns1:extLst>
              <ns1:ext uri="{FF2B5EF4-FFF2-40B4-BE49-F238E27FC236}">
                <ns2:creationId id="{B2DCE872-5EC7-FDE7-A471-67B7338CD750}"/>
              </ns1:ext>
            </ns1:extLst>
          </ns0:cNvPr>
          <ns0:cNvSpPr/>
          <ns0:nvPr/>
        </ns0:nvSpPr>
        <ns0:spPr>
          <ns1:xfrm>
            <ns1:off x="-36213" y="0"/>
            <ns1:ext cx="789388" cy="10287000"/>
          </ns1:xfrm>
          <ns1:custGeom>
            <ns1:avLst/>
            <ns1:gdLst/>
            <ns1:ahLst/>
            <ns1:cxnLst/>
            <ns1:rect l="l" t="t" r="r" b="b"/>
            <ns1:pathLst>
              <ns1:path w="1267460" h="13716000" extrusionOk="0">
                <ns1:moveTo>
                  <ns1:pt x="0" y="0"/>
                </ns1:moveTo>
                <ns1:lnTo>
                  <ns1:pt x="1267460" y="0"/>
                </ns1:lnTo>
                <ns1:lnTo>
                  <ns1:pt x="1267460" y="13716000"/>
                </ns1:lnTo>
                <ns1:lnTo>
                  <ns1:pt x="0" y="13716000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540000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89" name="Google Shape;89;p1">
            <ns1:extLst>
              <ns1:ext uri="{FF2B5EF4-FFF2-40B4-BE49-F238E27FC236}">
                <ns2:creationId id="{F209E95F-FC29-42FA-0AB7-934A412D145F}"/>
              </ns1:ext>
            </ns1:extLst>
          </ns0:cNvPr>
          <ns0:cNvSpPr/>
          <ns0:nvPr/>
        </ns0:nvSpPr>
        <ns0:spPr>
          <ns1:xfrm rot="10800000" flipH="1">
            <ns1:off x="-46871" y="0"/>
            <ns1:ext cx="714044" cy="10287000"/>
          </ns1:xfrm>
          <ns1:custGeom>
            <ns1:avLst/>
            <ns1:gdLst/>
            <ns1:ahLst/>
            <ns1:cxnLst/>
            <ns1:rect l="l" t="t" r="r" b="b"/>
            <ns1:pathLst>
              <ns1:path w="1267460" h="13716000" extrusionOk="0">
                <ns1:moveTo>
                  <ns1:pt x="0" y="0"/>
                </ns1:moveTo>
                <ns1:lnTo>
                  <ns1:pt x="1267460" y="0"/>
                </ns1:lnTo>
                <ns1:lnTo>
                  <ns1:pt x="1267460" y="13716000"/>
                </ns1:lnTo>
                <ns1:lnTo>
                  <ns1:pt x="0" y="13716000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2950" r="-2951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2" name="Google Shape;92;p1">
            <ns1:extLst>
              <ns1:ext uri="{FF2B5EF4-FFF2-40B4-BE49-F238E27FC236}">
                <ns2:creationId id="{97421035-DF72-0EE9-42AB-BB512D0EACCC}"/>
              </ns1:ext>
            </ns1:extLst>
          </ns0:cNvPr>
          <ns0:cNvSpPr txBox="1"/>
          <ns0:nvPr/>
        </ns0:nvSpPr>
        <ns0:spPr>
          <ns1:xfrm rot="16200000">
            <ns1:off x="-2734402" y="6615396"/>
            <ns1:ext cx="6259599" cy="5435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 anchorCtr="0">
            <ns1:noAutofit/>
          </ns1:bodyPr>
          <ns1:lstStyle/>
          <ns1:p>
            <ns1:pPr marL="0" marR="0" lvl="0" indent="0" algn="l" rtl="0">
              <ns1:lnSpc>
                <ns1:spcPct val="119958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-US" sz="2200" b="1">
                <ns1:solidFill>
                  <ns1:srgbClr val="FFFFFF"/>
                </ns1:solidFill>
                <ns1:latin typeface="Arial"/>
                <ns1:ea typeface="Arial"/>
                <ns1:cs typeface="Arial"/>
                <ns1:sym typeface="Arial"/>
              </ns1:rPr>
              <ns1:t>FACULTY OF COMPUTER ENGINEERING</ns1:t>
            </ns1:r>
            <ns1:endParaRPr sz="2200"/>
          </ns1:p>
        </ns0:txBody>
      </ns0:sp>
      <ns0:sp>
        <ns0:nvSpPr>
          <ns0:cNvPr id="94" name="Google Shape;94;p1">
            <ns1:extLst>
              <ns1:ext uri="{FF2B5EF4-FFF2-40B4-BE49-F238E27FC236}">
                <ns2:creationId id="{2865E276-16FB-9F77-A512-ABE50A4B8220}"/>
              </ns1:ext>
            </ns1:extLst>
          </ns0:cNvPr>
          <ns0:cNvSpPr/>
          <ns0:nvPr/>
        </ns0:nvSpPr>
        <ns0:spPr>
          <ns1:xfrm>
            <ns1:off x="6719978" y="445698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5" name="Google Shape;95;p1">
            <ns1:extLst>
              <ns1:ext uri="{FF2B5EF4-FFF2-40B4-BE49-F238E27FC236}">
                <ns2:creationId id="{0495937E-9E77-B490-2BE5-AEDF4E6CB720}"/>
              </ns1:ext>
            </ns1:extLst>
          </ns0:cNvPr>
          <ns0:cNvSpPr/>
          <ns0:nvPr/>
        </ns0:nvSpPr>
        <ns0:spPr>
          <ns1:xfrm>
            <ns1:off x="6807463" y="523733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6" name="Google Shape;96;p1" descr="Icon  Description automatically generated with medium confidence">
            <ns1:extLst>
              <ns1:ext uri="{FF2B5EF4-FFF2-40B4-BE49-F238E27FC236}">
                <ns2:creationId id="{087584D7-002B-886B-5EB8-D820F4F91E63}"/>
              </ns1:ext>
            </ns1:extLst>
          </ns0:cNvPr>
          <ns0:cNvSpPr/>
          <ns0:nvPr/>
        </ns0:nvSpPr>
        <ns0:spPr>
          <ns1:xfrm>
            <ns1:off x="9436446" y="350307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97" name="Google Shape;97;p1" descr="A picture containing clipart, vector graphics  Description automatically generated">
            <ns1:extLst>
              <ns1:ext uri="{FF2B5EF4-FFF2-40B4-BE49-F238E27FC236}">
                <ns2:creationId id="{46003153-ED0F-8790-E89B-1E619EE381FE}"/>
              </ns1:ext>
            </ns1:extLst>
          </ns0:cNvPr>
          <ns0:cNvSpPr/>
          <ns0:nvPr/>
        </ns0:nvSpPr>
        <ns0:spPr>
          <ns1:xfrm>
            <ns1:off x="7688248" y="385842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3287283936"/>
      </ns0:ext>
    </ns0:extLst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Shape 215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/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/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2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/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/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/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/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/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/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2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/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2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215">
          <ns1:extLst>
            <ns1:ext uri="{FF2B5EF4-FFF2-40B4-BE49-F238E27FC236}">
              <ns2:creationId id="{B2A8C64E-55CC-B407-F3F5-60F4D638959F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>
            <ns1:extLst>
              <ns1:ext uri="{FF2B5EF4-FFF2-40B4-BE49-F238E27FC236}">
                <ns2:creationId id="{E77E43C7-69BA-DFDE-40C8-CDD7988E47AB}"/>
              </ns1:ext>
            </ns1:extLst>
          </ns0:cNvPr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>
            <ns1:extLst>
              <ns1:ext uri="{FF2B5EF4-FFF2-40B4-BE49-F238E27FC236}">
                <ns2:creationId id="{3858341C-4BB0-7398-4010-0EEC237CB81B}"/>
              </ns1:ext>
            </ns1:extLst>
          </ns0:cNvPr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>
            <ns1:extLst>
              <ns1:ext uri="{FF2B5EF4-FFF2-40B4-BE49-F238E27FC236}">
                <ns2:creationId id="{9D6A5F92-9428-2334-A9C5-DD62E65A9185}"/>
              </ns1:ext>
            </ns1:extLst>
          </ns0:cNvPr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>
              <ns1:extLst>
                <ns1:ext uri="{FF2B5EF4-FFF2-40B4-BE49-F238E27FC236}">
                  <ns2:creationId id="{1F275C04-1EA7-EFB2-58EC-EB3F6A551830}"/>
                </ns1:ext>
              </ns1:extLst>
            </ns0:cNvPr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>
              <ns1:extLst>
                <ns1:ext uri="{FF2B5EF4-FFF2-40B4-BE49-F238E27FC236}">
                  <ns2:creationId id="{88AAF152-00AC-C496-7743-14F4BCDBCAF2}"/>
                </ns1:ext>
              </ns1:extLst>
            </ns0:cNvPr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>
            <ns1:extLst>
              <ns1:ext uri="{FF2B5EF4-FFF2-40B4-BE49-F238E27FC236}">
                <ns2:creationId id="{EEEA4F8F-6835-8996-9F20-2C578FEEB049}"/>
              </ns1:ext>
            </ns1:extLst>
          </ns0:cNvPr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>
            <ns1:extLst>
              <ns1:ext uri="{FF2B5EF4-FFF2-40B4-BE49-F238E27FC236}">
                <ns2:creationId id="{BA904E38-0A5D-E2E4-703B-94B49FA2E199}"/>
              </ns1:ext>
            </ns1:extLst>
          </ns0:cNvPr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>
            <ns1:extLst>
              <ns1:ext uri="{FF2B5EF4-FFF2-40B4-BE49-F238E27FC236}">
                <ns2:creationId id="{9836EA18-ECAC-F1C8-A57F-0D5108695454}"/>
              </ns1:ext>
            </ns1:extLst>
          </ns0:cNvPr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>
            <ns1:extLst>
              <ns1:ext uri="{FF2B5EF4-FFF2-40B4-BE49-F238E27FC236}">
                <ns2:creationId id="{0F196DA8-72BC-39DF-74B8-CB7AA6E11558}"/>
              </ns1:ext>
            </ns1:extLst>
          </ns0:cNvPr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2916252926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215">
          <ns1:extLst>
            <ns1:ext uri="{FF2B5EF4-FFF2-40B4-BE49-F238E27FC236}">
              <ns2:creationId id="{8315FE6D-942E-A875-76D9-549D11CDB851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>
            <ns1:extLst>
              <ns1:ext uri="{FF2B5EF4-FFF2-40B4-BE49-F238E27FC236}">
                <ns2:creationId id="{D7860EAB-80CD-B3CD-26E9-786331497CEA}"/>
              </ns1:ext>
            </ns1:extLst>
          </ns0:cNvPr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>
            <ns1:extLst>
              <ns1:ext uri="{FF2B5EF4-FFF2-40B4-BE49-F238E27FC236}">
                <ns2:creationId id="{DC1937D5-981D-491E-C851-A8C0ADF66CBC}"/>
              </ns1:ext>
            </ns1:extLst>
          </ns0:cNvPr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>
            <ns1:extLst>
              <ns1:ext uri="{FF2B5EF4-FFF2-40B4-BE49-F238E27FC236}">
                <ns2:creationId id="{6BBFA2C3-4D3B-8B48-EFA6-A9ED9E0B1EBB}"/>
              </ns1:ext>
            </ns1:extLst>
          </ns0:cNvPr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>
              <ns1:extLst>
                <ns1:ext uri="{FF2B5EF4-FFF2-40B4-BE49-F238E27FC236}">
                  <ns2:creationId id="{57F404DD-C029-6714-6DFB-9274C55C8F52}"/>
                </ns1:ext>
              </ns1:extLst>
            </ns0:cNvPr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>
              <ns1:extLst>
                <ns1:ext uri="{FF2B5EF4-FFF2-40B4-BE49-F238E27FC236}">
                  <ns2:creationId id="{197D2A85-3385-63ED-A5CC-5D4AFA4CB27D}"/>
                </ns1:ext>
              </ns1:extLst>
            </ns0:cNvPr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>
            <ns1:extLst>
              <ns1:ext uri="{FF2B5EF4-FFF2-40B4-BE49-F238E27FC236}">
                <ns2:creationId id="{ED874408-6986-1FE4-6E13-758C05084726}"/>
              </ns1:ext>
            </ns1:extLst>
          </ns0:cNvPr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>
            <ns1:extLst>
              <ns1:ext uri="{FF2B5EF4-FFF2-40B4-BE49-F238E27FC236}">
                <ns2:creationId id="{04894B58-CC3F-7A85-88A1-7B099995B9F1}"/>
              </ns1:ext>
            </ns1:extLst>
          </ns0:cNvPr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>
            <ns1:extLst>
              <ns1:ext uri="{FF2B5EF4-FFF2-40B4-BE49-F238E27FC236}">
                <ns2:creationId id="{8F8F9C0E-7CEA-DCA0-7581-BCC2CB234D7D}"/>
              </ns1:ext>
            </ns1:extLst>
          </ns0:cNvPr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>
            <ns1:extLst>
              <ns1:ext uri="{FF2B5EF4-FFF2-40B4-BE49-F238E27FC236}">
                <ns2:creationId id="{B96425F5-9567-4B65-E61C-4D7184A08B4A}"/>
              </ns1:ext>
            </ns1:extLst>
          </ns0:cNvPr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2161621476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215">
          <ns1:extLst>
            <ns1:ext uri="{FF2B5EF4-FFF2-40B4-BE49-F238E27FC236}">
              <ns2:creationId id="{DAC0AC4F-2FC2-EE10-77D3-4585DEF22280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>
            <ns1:extLst>
              <ns1:ext uri="{FF2B5EF4-FFF2-40B4-BE49-F238E27FC236}">
                <ns2:creationId id="{1E52C618-F875-1443-64BA-C58F421DF579}"/>
              </ns1:ext>
            </ns1:extLst>
          </ns0:cNvPr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>
            <ns1:extLst>
              <ns1:ext uri="{FF2B5EF4-FFF2-40B4-BE49-F238E27FC236}">
                <ns2:creationId id="{038795DC-7AAE-E472-E8BA-730CCEEFB3FA}"/>
              </ns1:ext>
            </ns1:extLst>
          </ns0:cNvPr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>
            <ns1:extLst>
              <ns1:ext uri="{FF2B5EF4-FFF2-40B4-BE49-F238E27FC236}">
                <ns2:creationId id="{C176D9E4-EAE3-FABF-7BB5-17F48597563B}"/>
              </ns1:ext>
            </ns1:extLst>
          </ns0:cNvPr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>
              <ns1:extLst>
                <ns1:ext uri="{FF2B5EF4-FFF2-40B4-BE49-F238E27FC236}">
                  <ns2:creationId id="{5E4B0504-2DDF-65FA-3D44-D48110D62434}"/>
                </ns1:ext>
              </ns1:extLst>
            </ns0:cNvPr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>
              <ns1:extLst>
                <ns1:ext uri="{FF2B5EF4-FFF2-40B4-BE49-F238E27FC236}">
                  <ns2:creationId id="{B06BFB91-F606-B659-25E6-2C29A9A32F10}"/>
                </ns1:ext>
              </ns1:extLst>
            </ns0:cNvPr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>
            <ns1:extLst>
              <ns1:ext uri="{FF2B5EF4-FFF2-40B4-BE49-F238E27FC236}">
                <ns2:creationId id="{CA841D89-D962-D472-5C78-26E705C30FC1}"/>
              </ns1:ext>
            </ns1:extLst>
          </ns0:cNvPr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>
            <ns1:extLst>
              <ns1:ext uri="{FF2B5EF4-FFF2-40B4-BE49-F238E27FC236}">
                <ns2:creationId id="{E5A1C7D4-C516-302E-7FA6-1B375E2D0DDE}"/>
              </ns1:ext>
            </ns1:extLst>
          </ns0:cNvPr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>
            <ns1:extLst>
              <ns1:ext uri="{FF2B5EF4-FFF2-40B4-BE49-F238E27FC236}">
                <ns2:creationId id="{50A2744F-E543-77FD-B6C0-9CA16EA10EA7}"/>
              </ns1:ext>
            </ns1:extLst>
          </ns0:cNvPr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>
            <ns1:extLst>
              <ns1:ext uri="{FF2B5EF4-FFF2-40B4-BE49-F238E27FC236}">
                <ns2:creationId id="{B3BB28D9-0572-CD5B-DCAD-D077D329E8B7}"/>
              </ns1:ext>
            </ns1:extLst>
          </ns0:cNvPr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1119652521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215">
          <ns1:extLst>
            <ns1:ext uri="{FF2B5EF4-FFF2-40B4-BE49-F238E27FC236}">
              <ns2:creationId id="{4231CB7F-6C58-A17D-5AC9-9E476B53B602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>
            <ns1:extLst>
              <ns1:ext uri="{FF2B5EF4-FFF2-40B4-BE49-F238E27FC236}">
                <ns2:creationId id="{B6458AB5-ED02-EA1E-0D64-728253AA1353}"/>
              </ns1:ext>
            </ns1:extLst>
          </ns0:cNvPr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>
            <ns1:extLst>
              <ns1:ext uri="{FF2B5EF4-FFF2-40B4-BE49-F238E27FC236}">
                <ns2:creationId id="{C4CAFF82-1231-4044-734D-78C01876FC47}"/>
              </ns1:ext>
            </ns1:extLst>
          </ns0:cNvPr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>
            <ns1:extLst>
              <ns1:ext uri="{FF2B5EF4-FFF2-40B4-BE49-F238E27FC236}">
                <ns2:creationId id="{5C63DAB9-E2FE-1D64-8F07-0B52E5B9082A}"/>
              </ns1:ext>
            </ns1:extLst>
          </ns0:cNvPr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>
              <ns1:extLst>
                <ns1:ext uri="{FF2B5EF4-FFF2-40B4-BE49-F238E27FC236}">
                  <ns2:creationId id="{A2F221BB-5219-6E12-E803-D8B518F296F8}"/>
                </ns1:ext>
              </ns1:extLst>
            </ns0:cNvPr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>
              <ns1:extLst>
                <ns1:ext uri="{FF2B5EF4-FFF2-40B4-BE49-F238E27FC236}">
                  <ns2:creationId id="{E188E9E8-7A0D-131F-73C7-14F488DD11B5}"/>
                </ns1:ext>
              </ns1:extLst>
            </ns0:cNvPr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>
            <ns1:extLst>
              <ns1:ext uri="{FF2B5EF4-FFF2-40B4-BE49-F238E27FC236}">
                <ns2:creationId id="{EC06D5F5-086F-8968-1FA4-798A11CED5F7}"/>
              </ns1:ext>
            </ns1:extLst>
          </ns0:cNvPr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>
            <ns1:extLst>
              <ns1:ext uri="{FF2B5EF4-FFF2-40B4-BE49-F238E27FC236}">
                <ns2:creationId id="{E29A7D59-6AE6-8826-61CF-19A37F6D1C81}"/>
              </ns1:ext>
            </ns1:extLst>
          </ns0:cNvPr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>
            <ns1:extLst>
              <ns1:ext uri="{FF2B5EF4-FFF2-40B4-BE49-F238E27FC236}">
                <ns2:creationId id="{24186CBE-52FA-6BC0-D45A-BD6853770FF4}"/>
              </ns1:ext>
            </ns1:extLst>
          </ns0:cNvPr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>
            <ns1:extLst>
              <ns1:ext uri="{FF2B5EF4-FFF2-40B4-BE49-F238E27FC236}">
                <ns2:creationId id="{5B4440F8-43DA-BD8C-568F-10EE949EF520}"/>
              </ns1:ext>
            </ns1:extLst>
          </ns0:cNvPr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2783195021"/>
      </ns0:ext>
    </ns0:extLst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Shape 215">
          <ns1:extLst>
            <ns1:ext uri="{FF2B5EF4-FFF2-40B4-BE49-F238E27FC236}">
              <ns2:creationId id="{8F68EC62-F04C-B124-38C2-EF90D9327EB7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20" name="Google Shape;220;p4">
            <ns1:extLst>
              <ns1:ext uri="{FF2B5EF4-FFF2-40B4-BE49-F238E27FC236}">
                <ns2:creationId id="{DC808253-1ED7-379A-C73C-599E83571A5A}"/>
              </ns1:ext>
            </ns1:extLst>
          </ns0:cNvPr>
          <ns0:cNvSpPr/>
          <ns0:nvPr/>
        </ns0:nvSpPr>
        <ns0:spPr>
          <ns1:xfrm rot="5400000">
            <ns1:off x="8670767" y="-8672351"/>
            <ns1:ext cx="942755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gradFill>
            <ns1:gsLst>
              <ns1:gs pos="0">
                <ns1:srgbClr val="10CD57"/>
              </ns1:gs>
              <ns1:gs pos="100000">
                <ns1:srgbClr val="027159"/>
              </ns1:gs>
            </ns1:gsLst>
            <ns1:lin ang="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1" name="Google Shape;221;p4">
            <ns1:extLst>
              <ns1:ext uri="{FF2B5EF4-FFF2-40B4-BE49-F238E27FC236}">
                <ns2:creationId id="{5912409C-2803-AB21-AE33-4169475CA97A}"/>
              </ns1:ext>
            </ns1:extLst>
          </ns0:cNvPr>
          <ns0:cNvSpPr/>
          <ns0:nvPr/>
        </ns0:nvSpPr>
        <ns0:spPr>
          <ns1:xfrm rot="-5400000" flipH="1">
            <ns1:off x="8672625" y="-8674476"/>
            <ns1:ext cx="942756" cy="18291714"/>
          </ns1:xfrm>
          <ns1:custGeom>
            <ns1:avLst/>
            <ns1:gdLst/>
            <ns1:ahLst/>
            <ns1:cxnLst/>
            <ns1:rect l="l" t="t" r="r" b="b"/>
            <ns1:pathLst>
              <ns1:path w="1263142" h="24388953" extrusionOk="0">
                <ns1:moveTo>
                  <ns1:pt x="0" y="0"/>
                </ns1:moveTo>
                <ns1:lnTo>
                  <ns1:pt x="1263142" y="0"/>
                </ns1:lnTo>
                <ns1:lnTo>
                  <ns1:pt x="1263142" y="24388953"/>
                </ns1:lnTo>
                <ns1:lnTo>
                  <ns1:pt x="0" y="24388953"/>
                </ns1:lnTo>
                <ns1:close/>
              </ns1:path>
            </ns1:pathLst>
          </ns1:custGeom>
          <ns1:blipFill rotWithShape="1">
            <ns1:blip ns3:embed="rId3">
              <ns1:alphaModFix/>
            </ns1:blip>
            <ns1:stretch>
              <ns1:fillRect l="-35090" r="-35085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grpSp>
        <ns0:nvGrpSpPr>
          <ns0:cNvPr id="222" name="Google Shape;222;p4">
            <ns1:extLst>
              <ns1:ext uri="{FF2B5EF4-FFF2-40B4-BE49-F238E27FC236}">
                <ns2:creationId id="{617D14A1-BB19-189E-9E56-86A3A02811A5}"/>
              </ns1:ext>
            </ns1:extLst>
          </ns0:cNvPr>
          <ns0:cNvGrpSpPr/>
          <ns0:nvPr/>
        </ns0:nvGrpSpPr>
        <ns0:grpSpPr>
          <ns1:xfrm>
            <ns1:off x="360422" y="176415"/>
            <ns1:ext cx="11130437" cy="541794"/>
            <ns1:chOff x="0" y="-47625"/>
            <ns1:chExt cx="14840583" cy="722391"/>
          </ns1:xfrm>
        </ns0:grpSpPr>
        <ns0:sp>
          <ns0:nvSpPr>
            <ns0:cNvPr id="223" name="Google Shape;223;p4">
              <ns1:extLst>
                <ns1:ext uri="{FF2B5EF4-FFF2-40B4-BE49-F238E27FC236}">
                  <ns2:creationId id="{444CFF2D-3ED5-830B-27D7-43A8B350B698}"/>
                </ns1:ext>
              </ns1:extLst>
            </ns0:cNvPr>
            <ns0:cNvSpPr/>
            <ns0:nvPr/>
          </ns0:nvSpPr>
          <ns0:spPr>
            <ns1:xfrm>
              <ns1:off x="0" y="0"/>
              <ns1:ext cx="14840583" cy="674766"/>
            </ns1:xfrm>
            <ns1:custGeom>
              <ns1:avLst/>
              <ns1:gdLst/>
              <ns1:ahLst/>
              <ns1:cxnLst/>
              <ns1:rect l="l" t="t" r="r" b="b"/>
              <ns1:pathLst>
                <ns1:path w="14840583" h="674766" extrusionOk="0">
                  <ns1:moveTo>
                    <ns1:pt x="0" y="0"/>
                  </ns1:moveTo>
                  <ns1:lnTo>
                    <ns1:pt x="14840583" y="0"/>
                  </ns1:lnTo>
                  <ns1:lnTo>
                    <ns1:pt x="14840583" y="674766"/>
                  </ns1:lnTo>
                  <ns1:lnTo>
                    <ns1:pt x="0" y="674766"/>
                  </ns1:lnTo>
                  <ns1:close/>
                </ns1:path>
              </ns1:pathLst>
            </ns1:custGeom>
            <ns1:solidFill>
              <ns1:srgbClr val="000000">
                <ns1:alpha val="0"/>
              </ns1:srgbClr>
            </ns1:solidFill>
            <ns1:ln>
              <ns1:noFill/>
            </ns1:ln>
          </ns0:spPr>
          <ns0:txBody>
            <ns1:bodyPr spcFirstLastPara="1" wrap="square" lIns="91425" tIns="45700" rIns="91425" bIns="45700" anchor="t" anchorCtr="0">
              <ns1:noAutofit/>
            </ns1:bodyPr>
            <ns1:lstStyle/>
            <ns1:p>
              <ns1:pPr marL="0" marR="0" lvl="0" indent="0" algn="l" rtl="0">
                <ns1:spcBef>
                  <ns1:spcPts val="0"/>
                </ns1:spcBef>
                <ns1:spcAft>
                  <ns1:spcPts val="0"/>
                </ns1:spcAft>
                <ns1:buNone/>
              </ns1:pPr>
              <ns1:endParaRPr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endParaRPr>
            </ns1:p>
          </ns0:txBody>
        </ns0:sp>
        <ns0:sp>
          <ns0:nvSpPr>
            <ns0:cNvPr id="224" name="Google Shape;224;p4">
              <ns1:extLst>
                <ns1:ext uri="{FF2B5EF4-FFF2-40B4-BE49-F238E27FC236}">
                  <ns2:creationId id="{832DE0AF-E5FF-7DCD-B9BF-91CB90C0936F}"/>
                </ns1:ext>
              </ns1:extLst>
            </ns0:cNvPr>
            <ns0:cNvSpPr txBox="1"/>
            <ns0:nvPr/>
          </ns0:nvSpPr>
          <ns0:spPr>
            <ns1:xfrm>
              <ns1:off x="0" y="-47625"/>
              <ns1:ext cx="14840582" cy="722391"/>
            </ns1:xfrm>
            <ns1:prstGeom prst="rect">
              <ns1:avLst/>
            </ns1:prstGeom>
            <ns1:noFill/>
            <ns1:ln>
              <ns1:noFill/>
            </ns1:ln>
          </ns0:spPr>
          <ns0:txBody>
            <ns1:bodyPr spcFirstLastPara="1" wrap="square" lIns="0" tIns="0" rIns="0" bIns="0" anchor="t" anchorCtr="0">
              <ns1:noAutofit/>
            </ns1:bodyPr>
            <ns1:lstStyle/>
            <ns1:p>
              <ns1:pPr marL="0" marR="0" lvl="0" indent="0" algn="l" rtl="0">
                <ns1:lnSpc>
                  <ns1:spcPct val="119958"/>
                </ns1:lnSpc>
                <ns1:spcBef>
                  <ns1:spcPts val="0"/>
                </ns1:spcBef>
                <ns1:spcAft>
                  <ns1:spcPts val="0"/>
                </ns1:spcAft>
                <ns1:buNone/>
              </ns1:pPr>
              <ns1:r>
                <ns1:rPr lang="en-US" sz="2400" b="1">
                  <ns1:solidFill>
                    <ns1:srgbClr val="FFFFFF"/>
                  </ns1:solidFill>
                  <ns1:latin typeface="Arial"/>
                  <ns1:ea typeface="Arial"/>
                  <ns1:cs typeface="Arial"/>
                  <ns1:sym typeface="Arial"/>
                </ns1:rPr>
                <ns1:t>FACULTY OF COMPUTER ENGINEERING</ns1:t>
              </ns1:r>
              <ns1:endParaRPr/>
            </ns1:p>
          </ns0:txBody>
        </ns0:sp>
      </ns0:grpSp>
      <ns0:sp>
        <ns0:nvSpPr>
          <ns0:cNvPr id="225" name="Google Shape;225;p4">
            <ns1:extLst>
              <ns1:ext uri="{FF2B5EF4-FFF2-40B4-BE49-F238E27FC236}">
                <ns2:creationId id="{D44993FD-0D50-D839-6600-5F18159B93EE}"/>
              </ns1:ext>
            </ns1:extLst>
          </ns0:cNvPr>
          <ns0:cNvSpPr/>
          <ns0:nvPr/>
        </ns0:nvSpPr>
        <ns0:spPr>
          <ns1:xfrm>
            <ns1:off x="6719978" y="457932"/>
            <ns1:ext cx="4848130" cy="958025"/>
          </ns1:xfrm>
          <ns1:custGeom>
            <ns1:avLst/>
            <ns1:gdLst/>
            <ns1:ahLst/>
            <ns1:cxnLst/>
            <ns1:rect l="l" t="t" r="r" b="b"/>
            <ns1:pathLst>
              <ns1:path w="6464173" h="1277366" extrusionOk="0">
                <ns1:moveTo>
                  <ns1:pt x="0" y="638683"/>
                </ns1:moveTo>
                <ns1:cubicBezTo>
                  <ns1:pt x="0" y="285877"/>
                  <ns1:pt x="285877" y="0"/>
                  <ns1:pt x="638683" y="0"/>
                </ns1:cubicBezTo>
                <ns1:lnTo>
                  <ns1:pt x="5825490" y="0"/>
                </ns1:lnTo>
                <ns1:cubicBezTo>
                  <ns1:pt x="6178169" y="0"/>
                  <ns1:pt x="6464173" y="285877"/>
                  <ns1:pt x="6464173" y="638683"/>
                </ns1:cubicBezTo>
                <ns1:cubicBezTo>
                  <ns1:pt x="6464173" y="991489"/>
                  <ns1:pt x="6178296" y="1277366"/>
                  <ns1:pt x="5825490" y="1277366"/>
                </ns1:cubicBezTo>
                <ns1:lnTo>
                  <ns1:pt x="638683" y="1277366"/>
                </ns1:lnTo>
                <ns1:cubicBezTo>
                  <ns1:pt x="285877" y="1277239"/>
                  <ns1:pt x="0" y="991362"/>
                  <ns1:pt x="0" y="638683"/>
                </ns1:cubicBezTo>
                <ns1:close/>
              </ns1:path>
            </ns1:pathLst>
          </ns1:custGeom>
          <ns1:gradFill>
            <ns1:gsLst>
              <ns1:gs pos="0">
                <ns1:srgbClr val="38EF7D"/>
              </ns1:gs>
              <ns1:gs pos="100000">
                <ns1:srgbClr val="752AFF"/>
              </ns1:gs>
            </ns1:gsLst>
            <ns1:lin ang="4729360" scaled="0"/>
          </ns1:gra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6" name="Google Shape;226;p4">
            <ns1:extLst>
              <ns1:ext uri="{FF2B5EF4-FFF2-40B4-BE49-F238E27FC236}">
                <ns2:creationId id="{5AF7D653-61AF-F707-0E27-F8EA21E6B772}"/>
              </ns1:ext>
            </ns1:extLst>
          </ns0:cNvPr>
          <ns0:cNvSpPr/>
          <ns0:nvPr/>
        </ns0:nvSpPr>
        <ns0:spPr>
          <ns1:xfrm>
            <ns1:off x="6807463" y="535967"/>
            <ns1:ext cx="4673060" cy="801909"/>
          </ns1:xfrm>
          <ns1:custGeom>
            <ns1:avLst/>
            <ns1:gdLst/>
            <ns1:ahLst/>
            <ns1:cxnLst/>
            <ns1:rect l="l" t="t" r="r" b="b"/>
            <ns1:pathLst>
              <ns1:path w="6230747" h="1069213" extrusionOk="0">
                <ns1:moveTo>
                  <ns1:pt x="0" y="534543"/>
                </ns1:moveTo>
                <ns1:cubicBezTo>
                  <ns1:pt x="0" y="239395"/>
                  <ns1:pt x="239395" y="0"/>
                  <ns1:pt x="534543" y="0"/>
                </ns1:cubicBezTo>
                <ns1:lnTo>
                  <ns1:pt x="5696204" y="0"/>
                </ns1:lnTo>
                <ns1:cubicBezTo>
                  <ns1:pt x="5991479" y="0"/>
                  <ns1:pt x="6230747" y="239395"/>
                  <ns1:pt x="6230747" y="534543"/>
                </ns1:cubicBezTo>
                <ns1:cubicBezTo>
                  <ns1:pt x="6230747" y="829691"/>
                  <ns1:pt x="5991352" y="1069086"/>
                  <ns1:pt x="5696204" y="1069086"/>
                </ns1:cubicBezTo>
                <ns1:lnTo>
                  <ns1:pt x="534543" y="1069086"/>
                </ns1:lnTo>
                <ns1:cubicBezTo>
                  <ns1:pt x="239395" y="1069213"/>
                  <ns1:pt x="0" y="829818"/>
                  <ns1:pt x="0" y="534543"/>
                </ns1:cubicBezTo>
                <ns1:close/>
              </ns1:path>
            </ns1:pathLst>
          </ns1:custGeom>
          <ns1:solidFill>
            <ns1:srgbClr val="FFFFFF"/>
          </ns1:solid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7" name="Google Shape;227;p4" descr="Icon  Description automatically generated with medium confidence">
            <ns1:extLst>
              <ns1:ext uri="{FF2B5EF4-FFF2-40B4-BE49-F238E27FC236}">
                <ns2:creationId id="{289AB586-BB02-5F14-3C9F-C76D8DC740C8}"/>
              </ns1:ext>
            </ns1:extLst>
          </ns0:cNvPr>
          <ns0:cNvSpPr/>
          <ns0:nvPr/>
        </ns0:nvSpPr>
        <ns0:spPr>
          <ns1:xfrm>
            <ns1:off x="9436446" y="362541"/>
            <ns1:ext cx="1163307" cy="1152591"/>
          </ns1:xfrm>
          <ns1:custGeom>
            <ns1:avLst/>
            <ns1:gdLst/>
            <ns1:ahLst/>
            <ns1:cxnLst/>
            <ns1:rect l="l" t="t" r="r" b="b"/>
            <ns1:pathLst>
              <ns1:path w="1163307" h="1152591" extrusionOk="0">
                <ns1:moveTo>
                  <ns1:pt x="0" y="0"/>
                </ns1:moveTo>
                <ns1:lnTo>
                  <ns1:pt x="1163307" y="0"/>
                </ns1:lnTo>
                <ns1:lnTo>
                  <ns1:pt x="1163307" y="1152591"/>
                </ns1:lnTo>
                <ns1:lnTo>
                  <ns1:pt x="0" y="115259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4">
              <ns1:alphaModFix/>
            </ns1:blip>
            <ns1:stretch>
              <ns1:fillRect l="-73" r="-72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228" name="Google Shape;228;p4" descr="A picture containing clipart, vector graphics  Description automatically generated">
            <ns1:extLst>
              <ns1:ext uri="{FF2B5EF4-FFF2-40B4-BE49-F238E27FC236}">
                <ns2:creationId id="{9D7A377B-BF97-AA94-CA09-9423DAE437F0}"/>
              </ns1:ext>
            </ns1:extLst>
          </ns0:cNvPr>
          <ns0:cNvSpPr/>
          <ns0:nvPr/>
        </ns0:nvSpPr>
        <ns0:spPr>
          <ns1:xfrm>
            <ns1:off x="7688248" y="398076"/>
            <ns1:ext cx="1307514" cy="1081521"/>
          </ns1:xfrm>
          <ns1:custGeom>
            <ns1:avLst/>
            <ns1:gdLst/>
            <ns1:ahLst/>
            <ns1:cxnLst/>
            <ns1:rect l="l" t="t" r="r" b="b"/>
            <ns1:pathLst>
              <ns1:path w="1307514" h="1081521" extrusionOk="0">
                <ns1:moveTo>
                  <ns1:pt x="0" y="0"/>
                </ns1:moveTo>
                <ns1:lnTo>
                  <ns1:pt x="1307514" y="0"/>
                </ns1:lnTo>
                <ns1:lnTo>
                  <ns1:pt x="1307514" y="1081521"/>
                </ns1:lnTo>
                <ns1:lnTo>
                  <ns1:pt x="0" y="1081521"/>
                </ns1:lnTo>
                <ns1:lnTo>
                  <ns1:pt x="0" y="0"/>
                </ns1:lnTo>
                <ns1:close/>
              </ns1:path>
            </ns1:pathLst>
          </ns1:custGeom>
          <ns1:blipFill rotWithShape="1">
            <ns1:blip ns3:embed="rId5">
              <ns1:alphaModFix/>
            </ns1:blip>
            <ns1:stretch>
              <ns1:fillRect t="-74" b="-73"/>
            </ns1:stretch>
          </ns1:blipFill>
          <ns1:ln>
            <ns1:noFill/>
          </ns1:ln>
        </ns0:spPr>
        <ns0:txBody>
          <ns1:bodyPr spcFirstLastPara="1" wrap="square" lIns="91425" tIns="45700" rIns="91425" bIns="45700" anchor="t" anchorCtr="0">
            <ns1:noAutofit/>
          </ns1:bodyPr>
          <ns1:lstStyle/>
          <ns1:p>
            <ns1:pPr marL="0" marR="0" lvl="0" indent="0" algn="l" rtl="0">
              <ns1:spcBef>
                <ns1:spcPts val="0"/>
              </ns1:spcBef>
              <ns1:spcAft>
                <ns1:spcPts val="0"/>
              </ns1:spcAft>
              <ns1:buNone/>
            </ns1:pP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</ns0:spTree>
    <ns0:extLst>
      <ns0:ext uri="{BB962C8B-B14F-4D97-AF65-F5344CB8AC3E}">
        <ns4:creationId val="2772665066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635</Words>
  <Application>Microsoft Office PowerPoint</Application>
  <PresentationFormat>Custom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Nguyễn Hải Thành</cp:lastModifiedBy>
  <cp:revision>30</cp:revision>
  <dcterms:created xsi:type="dcterms:W3CDTF">2006-08-16T00:00:00Z</dcterms:created>
  <dcterms:modified xsi:type="dcterms:W3CDTF">2026-02-03T02:58:06Z</dcterms:modified>
</cp:coreProperties>
</file>